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woman left her water pot, so eager that she forgot her errand. Her message was simple: "Come, see a man, which told me all things that ever I did: is not this the Christ?" (v. 29). She did not preach a sermon or win an argument. She told what had happened to her, and invited others to see for themselves.</a:t>
            </a:r>
          </a:p>
          <a:p/>
          <a:p>
            <a:r>
              <a:t>“She was so penetrated with the great truths which Jesus had announced that she forgot her errand to the well” — Adam Clarke, Commentary on the Bible, on John 4:28</a:t>
            </a:r>
          </a:p>
          <a:p/>
          <a:p>
            <a:r>
              <a:t>“They that have been themselves with Jesus, and have found comfort in him, should do all they can to bring others to him.” — Matthew Henry, Commentary on the Whole Bible, on John 4:27-42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disciples thought harvest was months away; Jesus said it was now. "Lift up your eyes, and look on the fields; for they are white already to harvest" (v. 35). People around us are more ready to hear than we imagine. Some sow and others reap, and all rejoice together.</a:t>
            </a:r>
          </a:p>
          <a:p/>
          <a:p>
            <a:r>
              <a:t>“our blessed Lord teaches a lesson of zeal and earnestness to his apostles” — Adam Clarke, Commentary on the Bible, on John 4:34</a:t>
            </a:r>
          </a:p>
          <a:p/>
          <a:p>
            <a:r>
              <a:t>“gospel time is harvest time, and gospel work harvest work.” — Matthew Henry, Commentary on the Whole Bible, on John 4:27-42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the Samaritans of that city believed on him for the saying of the woman" (v. 39). Then they asked Jesus to stay, and after two days many more believed. They told the woman, "Now we believe, not because of thy saying: for we have heard him ourselves." Our testimony is a doorway; the goal is for people to meet Jesus themselves.</a:t>
            </a:r>
          </a:p>
          <a:p/>
          <a:p>
            <a:r>
              <a:t>“This woman was the first apostle of Christ in Samaria!” — Adam Clarke, Commentary on the Bible, on John 4:39</a:t>
            </a:r>
          </a:p>
          <a:p/>
          <a:p>
            <a:r>
              <a:t>“On seeing and hearing our Lord, the faith of those who had already believed on the woman's testimony was abundantly confirmed” — Adam Clarke, Commentary on the Bible, on John 4:42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Come, See a Man</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Anyone who has met Jesus can invite others to "come and see"; God uses simple testimony to bring people to meet Jesus for themselves.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John 4:28-42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4:28-42 (1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28 </a:t>
            </a:r>
            <a:r>
              <a:rPr sz="2800" b="0" i="0">
                <a:solidFill>
                  <a:srgbClr val="222B36"/>
                </a:solidFill>
              </a:rPr>
              <a:t>The woman then left her waterpot, and went her way into the city, and saith to the men, </a:t>
            </a:r>
            <a:r>
              <a:rPr sz="1600" b="1" i="0">
                <a:solidFill>
                  <a:srgbClr val="2E5E8C"/>
                </a:solidFill>
              </a:rPr>
              <a:t>29 </a:t>
            </a:r>
            <a:r>
              <a:rPr sz="2800" b="0" i="0">
                <a:solidFill>
                  <a:srgbClr val="222B36"/>
                </a:solidFill>
              </a:rPr>
              <a:t>Come, see a man, which told me all things that ever I did: is not this the Christ? </a:t>
            </a:r>
            <a:r>
              <a:rPr sz="1600" b="1" i="0">
                <a:solidFill>
                  <a:srgbClr val="2E5E8C"/>
                </a:solidFill>
              </a:rPr>
              <a:t>30 </a:t>
            </a:r>
            <a:r>
              <a:rPr sz="2800" b="0" i="0">
                <a:solidFill>
                  <a:srgbClr val="222B36"/>
                </a:solidFill>
              </a:rPr>
              <a:t>Then they went out of the city, and came unto him. </a:t>
            </a:r>
            <a:r>
              <a:rPr sz="1600" b="1" i="0">
                <a:solidFill>
                  <a:srgbClr val="2E5E8C"/>
                </a:solidFill>
              </a:rPr>
              <a:t>31 </a:t>
            </a:r>
            <a:r>
              <a:rPr sz="2800" b="0" i="0">
                <a:solidFill>
                  <a:srgbClr val="222B36"/>
                </a:solidFill>
              </a:rPr>
              <a:t>In the mean while his disciples prayed him, saying, Master, eat.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4:28-42 (2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32 </a:t>
            </a:r>
            <a:r>
              <a:rPr sz="2800" b="0" i="0">
                <a:solidFill>
                  <a:srgbClr val="222B36"/>
                </a:solidFill>
              </a:rPr>
              <a:t>But he said unto them, I have meat to eat that ye know not of. </a:t>
            </a:r>
            <a:r>
              <a:rPr sz="1600" b="1" i="0">
                <a:solidFill>
                  <a:srgbClr val="2E5E8C"/>
                </a:solidFill>
              </a:rPr>
              <a:t>33 </a:t>
            </a:r>
            <a:r>
              <a:rPr sz="2800" b="0" i="0">
                <a:solidFill>
                  <a:srgbClr val="222B36"/>
                </a:solidFill>
              </a:rPr>
              <a:t>Therefore said the disciples one to another, Hath any man brought him ought to eat? </a:t>
            </a:r>
            <a:r>
              <a:rPr sz="1600" b="1" i="0">
                <a:solidFill>
                  <a:srgbClr val="2E5E8C"/>
                </a:solidFill>
              </a:rPr>
              <a:t>34 </a:t>
            </a:r>
            <a:r>
              <a:rPr sz="2800" b="0" i="0">
                <a:solidFill>
                  <a:srgbClr val="222B36"/>
                </a:solidFill>
              </a:rPr>
              <a:t>Jesus saith unto them, My meat is to do the will of him that sent me, and to finish his work.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4:28-42 (3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35 </a:t>
            </a:r>
            <a:r>
              <a:rPr sz="2800" b="0" i="0">
                <a:solidFill>
                  <a:srgbClr val="222B36"/>
                </a:solidFill>
              </a:rPr>
              <a:t>Say not ye, There are yet four months, and then cometh harvest? behold, I say unto you, Lift up your eyes, and look on the fields; for they are white already to harvest. </a:t>
            </a:r>
            <a:r>
              <a:rPr sz="1600" b="1" i="0">
                <a:solidFill>
                  <a:srgbClr val="2E5E8C"/>
                </a:solidFill>
              </a:rPr>
              <a:t>36 </a:t>
            </a:r>
            <a:r>
              <a:rPr sz="2800" b="0" i="0">
                <a:solidFill>
                  <a:srgbClr val="222B36"/>
                </a:solidFill>
              </a:rPr>
              <a:t>And he that reapeth receiveth wages, and gathereth fruit unto life eternal: that both he that soweth and he that reapeth may rejoice together. </a:t>
            </a:r>
            <a:r>
              <a:rPr sz="1600" b="1" i="0">
                <a:solidFill>
                  <a:srgbClr val="2E5E8C"/>
                </a:solidFill>
              </a:rPr>
              <a:t>37 </a:t>
            </a:r>
            <a:r>
              <a:rPr sz="2800" b="0" i="0">
                <a:solidFill>
                  <a:srgbClr val="222B36"/>
                </a:solidFill>
              </a:rPr>
              <a:t>And herein is that saying true, One soweth, and another reapeth.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4:28-42 (4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38 </a:t>
            </a:r>
            <a:r>
              <a:rPr sz="2800" b="0" i="0">
                <a:solidFill>
                  <a:srgbClr val="222B36"/>
                </a:solidFill>
              </a:rPr>
              <a:t>I sent you to reap that whereon ye bestowed no labour: other men laboured, and ye are entered into their labours. </a:t>
            </a:r>
            <a:r>
              <a:rPr sz="1600" b="1" i="0">
                <a:solidFill>
                  <a:srgbClr val="2E5E8C"/>
                </a:solidFill>
              </a:rPr>
              <a:t>39 </a:t>
            </a:r>
            <a:r>
              <a:rPr sz="2800" b="0" i="0">
                <a:solidFill>
                  <a:srgbClr val="222B36"/>
                </a:solidFill>
              </a:rPr>
              <a:t>And many of the Samaritans of that city believed on him for the saying of the woman, which testified, He told me all that ever I did.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John 4:28-42 (5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40 </a:t>
            </a:r>
            <a:r>
              <a:rPr sz="2800" b="0" i="0">
                <a:solidFill>
                  <a:srgbClr val="222B36"/>
                </a:solidFill>
              </a:rPr>
              <a:t>So when the Samaritans were come unto him, they besought him that he would tarry with them: and he abode there two days. </a:t>
            </a:r>
            <a:r>
              <a:rPr sz="1600" b="1" i="0">
                <a:solidFill>
                  <a:srgbClr val="2E5E8C"/>
                </a:solidFill>
              </a:rPr>
              <a:t>41 </a:t>
            </a:r>
            <a:r>
              <a:rPr sz="2800" b="0" i="0">
                <a:solidFill>
                  <a:srgbClr val="222B36"/>
                </a:solidFill>
              </a:rPr>
              <a:t>And many more believed because of his own word; </a:t>
            </a:r>
            <a:r>
              <a:rPr sz="1600" b="1" i="0">
                <a:solidFill>
                  <a:srgbClr val="2E5E8C"/>
                </a:solidFill>
              </a:rPr>
              <a:t>42 </a:t>
            </a:r>
            <a:r>
              <a:rPr sz="2800" b="0" i="0">
                <a:solidFill>
                  <a:srgbClr val="222B36"/>
                </a:solidFill>
              </a:rPr>
              <a:t>And said unto the woman, Now we believe, not because of thy saying: for we have heard him ourselves, and know that this is indeed the Christ, the Saviour of the world.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Tell what Jesus has done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woman said, "Come, see a man, which told me all things that ever I did."</a:t>
            </a:r>
          </a:p>
          <a:p>
            <a:pPr>
              <a:spcAft>
                <a:spcPts val="1800"/>
              </a:spcAft>
            </a:pPr>
            <a:r>
              <a:rPr sz="3000" b="1" i="0">
                <a:solidFill>
                  <a:srgbClr val="2E5E8C"/>
                </a:solidFill>
              </a:rPr>
              <a:t>•  </a:t>
            </a:r>
            <a:r>
              <a:rPr sz="3000" b="0" i="0">
                <a:solidFill>
                  <a:srgbClr val="222B36"/>
                </a:solidFill>
              </a:rPr>
              <a:t>A testimony tells what Jesus has done for us.</a:t>
            </a:r>
          </a:p>
          <a:p>
            <a:pPr>
              <a:spcAft>
                <a:spcPts val="1000"/>
              </a:spcAft>
            </a:pPr>
            <a:r>
              <a:rPr sz="2000" b="0" i="1">
                <a:solidFill>
                  <a:srgbClr val="6B7280"/>
                </a:solidFill>
              </a:rPr>
              <a:t>Read: John 4:28-30; Mark 5:19-20; Acts 4:20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The fields are white for harvest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Lift up your eyes, and look on the fields; for they are white already to harvest.</a:t>
            </a:r>
          </a:p>
          <a:p>
            <a:pPr>
              <a:spcAft>
                <a:spcPts val="1800"/>
              </a:spcAft>
            </a:pPr>
            <a:r>
              <a:rPr sz="3000" b="1" i="0">
                <a:solidFill>
                  <a:srgbClr val="2E5E8C"/>
                </a:solidFill>
              </a:rPr>
              <a:t>•  </a:t>
            </a:r>
            <a:r>
              <a:rPr sz="3000" b="0" i="0">
                <a:solidFill>
                  <a:srgbClr val="222B36"/>
                </a:solidFill>
              </a:rPr>
              <a:t>One soweth, and another reapeth.</a:t>
            </a:r>
          </a:p>
          <a:p>
            <a:pPr>
              <a:spcAft>
                <a:spcPts val="1000"/>
              </a:spcAft>
            </a:pPr>
            <a:r>
              <a:rPr sz="2000" b="0" i="1">
                <a:solidFill>
                  <a:srgbClr val="6B7280"/>
                </a:solidFill>
              </a:rPr>
              <a:t>Read: John 4:31-38; Matthew 9:37-38; 1 Corinthians 3:6-9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From her word to their own faith</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Many believed on him for the saying of the woman.</a:t>
            </a:r>
          </a:p>
          <a:p>
            <a:pPr>
              <a:spcAft>
                <a:spcPts val="1800"/>
              </a:spcAft>
            </a:pPr>
            <a:r>
              <a:rPr sz="3000" b="1" i="0">
                <a:solidFill>
                  <a:srgbClr val="2E5E8C"/>
                </a:solidFill>
              </a:rPr>
              <a:t>•  </a:t>
            </a:r>
            <a:r>
              <a:rPr sz="3000" b="0" i="0">
                <a:solidFill>
                  <a:srgbClr val="222B36"/>
                </a:solidFill>
              </a:rPr>
              <a:t>Now we believe, for we have heard him ourselves.</a:t>
            </a:r>
          </a:p>
          <a:p>
            <a:pPr>
              <a:spcAft>
                <a:spcPts val="1000"/>
              </a:spcAft>
            </a:pPr>
            <a:r>
              <a:rPr sz="2000" b="0" i="1">
                <a:solidFill>
                  <a:srgbClr val="6B7280"/>
                </a:solidFill>
              </a:rPr>
              <a:t>Read: John 4:39-42; Romans 10:14-17; 1 John 4:14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might God choose someone like this woman to be the first messenger to her town?</a:t>
            </a:r>
          </a:p>
          <a:p>
            <a:pPr>
              <a:spcAft>
                <a:spcPts val="1800"/>
              </a:spcAft>
            </a:pPr>
            <a:r>
              <a:rPr sz="2800" b="1" i="0">
                <a:solidFill>
                  <a:srgbClr val="2E5E8C"/>
                </a:solidFill>
              </a:rPr>
              <a:t>2.  </a:t>
            </a:r>
            <a:r>
              <a:rPr sz="2800" b="0" i="0">
                <a:solidFill>
                  <a:srgbClr val="222B36"/>
                </a:solidFill>
              </a:rPr>
              <a:t>What makes "come and see" easier than trying to argue someone into faith?</a:t>
            </a:r>
          </a:p>
          <a:p>
            <a:pPr>
              <a:spcAft>
                <a:spcPts val="1800"/>
              </a:spcAft>
            </a:pPr>
            <a:r>
              <a:rPr sz="2800" b="1" i="0">
                <a:solidFill>
                  <a:srgbClr val="2E5E8C"/>
                </a:solidFill>
              </a:rPr>
              <a:t>3.  </a:t>
            </a:r>
            <a:r>
              <a:rPr sz="2800" b="0" i="0">
                <a:solidFill>
                  <a:srgbClr val="222B36"/>
                </a:solidFill>
              </a:rPr>
              <a:t>Who are the "fields white to harvest" around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Come, See a Man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we help people move from hearing about Jesus to meeting him themselves?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