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father urges his son not to forget his teaching, and to bind mercy and truth around his neck and write them on his heart (vv. 1-4). Wisdom is not just learned once; it is kept close, worn every day, and written inwardly until it shapes who we are.</a:t>
            </a:r>
          </a:p>
          <a:p/>
          <a:p>
            <a:r>
              <a:t>“Let these be thy constant companions through life.” — Adam Clarke, Commentary on the Bible, on Proverbs 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in the LORD with all thine heart; and lean not unto thine own understanding. In all thy ways acknowledge him, and he shall direct thy paths" (vv. 5-6). We need not stop thinking; we stop leaning on our own thinking as if it were the final word. To "acknowledge him in all thy ways" is to bring God into every decision.</a:t>
            </a:r>
          </a:p>
          <a:p/>
          <a:p>
            <a:r>
              <a:t>“This is the center and marrow of true wisdom” — Andrew Robert Fausset, Commentary Critical and Explanatory on the Whole Bible (Jamieson, Fausset and Brown), on Proverbs 3:5</a:t>
            </a:r>
          </a:p>
          <a:p/>
          <a:p>
            <a:r>
              <a:t>“Begin, continue, and end every work, purpose, and device, with God.” — Adam Clarke, Commentary on the Bible, on Proverbs 3:6</a:t>
            </a:r>
          </a:p>
          <a:p/>
          <a:p>
            <a:r>
              <a:t>“There is not a greater enemy to the power of religion, and the fear of God in the heart, than conceitedness of our own wisdom.” — Matthew Henry, Commentary on the Whole Bible, on Proverbs 3:7-12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Wisdom reaches our wallets: "Honour the LORD with thy substance, and with the firstfruits" (v. 9). Giving God the first and best, not the leftovers, shows trust. Wisdom also reaches our hardships. God's discipline is not a sign that he has abandoned us but that he loves us as a father loves his son (vv. 11-12; Hebrews 12:5-11).</a:t>
            </a:r>
          </a:p>
          <a:p/>
          <a:p>
            <a:r>
              <a:t>“To encourage thee to bear correction, know that it is a proof of God's love to thee” — Adam Clarke, Commentary on the Bible, on Proverbs 3:12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Trust in the Lord with All Your Heart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True wisdom begins with trusting God rather than our own understanding, acknowledging him in all our ways, honouring him with what we have, and accepting his loving correction.</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Proverbs 3:1-12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Proverbs 3:1-12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My son, forget not my law; but let thine heart keep my commandments: </a:t>
            </a:r>
            <a:r>
              <a:rPr sz="1600" b="1" i="0">
                <a:solidFill>
                  <a:srgbClr val="2E5E8C"/>
                </a:solidFill>
              </a:rPr>
              <a:t>2 </a:t>
            </a:r>
            <a:r>
              <a:rPr sz="2800" b="0" i="0">
                <a:solidFill>
                  <a:srgbClr val="222B36"/>
                </a:solidFill>
              </a:rPr>
              <a:t>For length of days, and long life, and peace, shall they add to thee. </a:t>
            </a:r>
            <a:r>
              <a:rPr sz="1600" b="1" i="0">
                <a:solidFill>
                  <a:srgbClr val="2E5E8C"/>
                </a:solidFill>
              </a:rPr>
              <a:t>3 </a:t>
            </a:r>
            <a:r>
              <a:rPr sz="2800" b="0" i="0">
                <a:solidFill>
                  <a:srgbClr val="222B36"/>
                </a:solidFill>
              </a:rPr>
              <a:t>Let not mercy and truth forsake thee: bind them about thy neck; write them upon the table of thine heart: </a:t>
            </a:r>
            <a:r>
              <a:rPr sz="1600" b="1" i="0">
                <a:solidFill>
                  <a:srgbClr val="2E5E8C"/>
                </a:solidFill>
              </a:rPr>
              <a:t>4 </a:t>
            </a:r>
            <a:r>
              <a:rPr sz="2800" b="0" i="0">
                <a:solidFill>
                  <a:srgbClr val="222B36"/>
                </a:solidFill>
              </a:rPr>
              <a:t>So shalt thou find favour and good understanding in the sight of God and man.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Proverbs 3:1-12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Trust in the LORD with all thine heart; and lean not unto thine own understanding. </a:t>
            </a:r>
            <a:r>
              <a:rPr sz="1600" b="1" i="0">
                <a:solidFill>
                  <a:srgbClr val="2E5E8C"/>
                </a:solidFill>
              </a:rPr>
              <a:t>6 </a:t>
            </a:r>
            <a:r>
              <a:rPr sz="2800" b="0" i="0">
                <a:solidFill>
                  <a:srgbClr val="222B36"/>
                </a:solidFill>
              </a:rPr>
              <a:t>In all thy ways acknowledge him, and he shall direct thy paths. </a:t>
            </a:r>
            <a:r>
              <a:rPr sz="1600" b="1" i="0">
                <a:solidFill>
                  <a:srgbClr val="2E5E8C"/>
                </a:solidFill>
              </a:rPr>
              <a:t>7 </a:t>
            </a:r>
            <a:r>
              <a:rPr sz="2800" b="0" i="0">
                <a:solidFill>
                  <a:srgbClr val="222B36"/>
                </a:solidFill>
              </a:rPr>
              <a:t>Be not wise in thine own eyes: fear the LORD, and depart from evil. </a:t>
            </a:r>
            <a:r>
              <a:rPr sz="1600" b="1" i="0">
                <a:solidFill>
                  <a:srgbClr val="2E5E8C"/>
                </a:solidFill>
              </a:rPr>
              <a:t>8 </a:t>
            </a:r>
            <a:r>
              <a:rPr sz="2800" b="0" i="0">
                <a:solidFill>
                  <a:srgbClr val="222B36"/>
                </a:solidFill>
              </a:rPr>
              <a:t>It shall be health to thy navel, and marrow to thy bones. </a:t>
            </a:r>
            <a:r>
              <a:rPr sz="1600" b="1" i="0">
                <a:solidFill>
                  <a:srgbClr val="2E5E8C"/>
                </a:solidFill>
              </a:rPr>
              <a:t>9 </a:t>
            </a:r>
            <a:r>
              <a:rPr sz="2800" b="0" i="0">
                <a:solidFill>
                  <a:srgbClr val="222B36"/>
                </a:solidFill>
              </a:rPr>
              <a:t>Honour the LORD with thy substance, and with the firstfruits of all thine increase: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Proverbs 3:1-12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So shall thy barns be filled with plenty, and thy presses shall burst out with new wine. </a:t>
            </a:r>
            <a:r>
              <a:rPr sz="1600" b="1" i="0">
                <a:solidFill>
                  <a:srgbClr val="2E5E8C"/>
                </a:solidFill>
              </a:rPr>
              <a:t>11 </a:t>
            </a:r>
            <a:r>
              <a:rPr sz="2800" b="0" i="0">
                <a:solidFill>
                  <a:srgbClr val="222B36"/>
                </a:solidFill>
              </a:rPr>
              <a:t>My son, despise not the chastening of the LORD; neither be weary of his correction: </a:t>
            </a:r>
            <a:r>
              <a:rPr sz="1600" b="1" i="0">
                <a:solidFill>
                  <a:srgbClr val="2E5E8C"/>
                </a:solidFill>
              </a:rPr>
              <a:t>12 </a:t>
            </a:r>
            <a:r>
              <a:rPr sz="2800" b="0" i="0">
                <a:solidFill>
                  <a:srgbClr val="222B36"/>
                </a:solidFill>
              </a:rPr>
              <a:t>For whom the LORD loveth he correcteth; even as a father the son in whom he delighteth.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Keep God's teaching close to your heart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Let not mercy and truth forsake thee.</a:t>
            </a:r>
          </a:p>
          <a:p>
            <a:pPr>
              <a:spcAft>
                <a:spcPts val="1800"/>
              </a:spcAft>
            </a:pPr>
            <a:r>
              <a:rPr sz="3000" b="1" i="0">
                <a:solidFill>
                  <a:srgbClr val="2E5E8C"/>
                </a:solidFill>
              </a:rPr>
              <a:t>•  </a:t>
            </a:r>
            <a:r>
              <a:rPr sz="3000" b="0" i="0">
                <a:solidFill>
                  <a:srgbClr val="222B36"/>
                </a:solidFill>
              </a:rPr>
              <a:t>Write them upon the table of thine heart.</a:t>
            </a:r>
          </a:p>
          <a:p>
            <a:pPr>
              <a:spcAft>
                <a:spcPts val="1000"/>
              </a:spcAft>
            </a:pPr>
            <a:r>
              <a:rPr sz="2000" b="0" i="1">
                <a:solidFill>
                  <a:srgbClr val="6B7280"/>
                </a:solidFill>
              </a:rPr>
              <a:t>Read: Proverbs 3:1-4; Deuteronomy 6:6-7; Colossians 3:16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Trust God, not your own understanding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Trust in the LORD with all thine heart; and lean not unto thine own understanding.</a:t>
            </a:r>
          </a:p>
          <a:p>
            <a:pPr>
              <a:spcAft>
                <a:spcPts val="1800"/>
              </a:spcAft>
            </a:pPr>
            <a:r>
              <a:rPr sz="3000" b="1" i="0">
                <a:solidFill>
                  <a:srgbClr val="2E5E8C"/>
                </a:solidFill>
              </a:rPr>
              <a:t>•  </a:t>
            </a:r>
            <a:r>
              <a:rPr sz="3000" b="0" i="0">
                <a:solidFill>
                  <a:srgbClr val="222B36"/>
                </a:solidFill>
              </a:rPr>
              <a:t>In all thy ways acknowledge him, and he shall direct thy paths.</a:t>
            </a:r>
          </a:p>
          <a:p>
            <a:pPr>
              <a:spcAft>
                <a:spcPts val="1000"/>
              </a:spcAft>
            </a:pPr>
            <a:r>
              <a:rPr sz="2000" b="0" i="1">
                <a:solidFill>
                  <a:srgbClr val="6B7280"/>
                </a:solidFill>
              </a:rPr>
              <a:t>Read: Proverbs 3:5-8; Psalm 37:5; Jeremiah 17:7-8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Honour God with your wealth and accept his correction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Honour the LORD with thy substance, and with the firstfruits of all thine increase.</a:t>
            </a:r>
          </a:p>
          <a:p>
            <a:pPr>
              <a:spcAft>
                <a:spcPts val="1800"/>
              </a:spcAft>
            </a:pPr>
            <a:r>
              <a:rPr sz="3000" b="1" i="0">
                <a:solidFill>
                  <a:srgbClr val="2E5E8C"/>
                </a:solidFill>
              </a:rPr>
              <a:t>•  </a:t>
            </a:r>
            <a:r>
              <a:rPr sz="3000" b="0" i="0">
                <a:solidFill>
                  <a:srgbClr val="222B36"/>
                </a:solidFill>
              </a:rPr>
              <a:t>Whom the LORD loveth he correcteth.</a:t>
            </a:r>
          </a:p>
          <a:p>
            <a:pPr>
              <a:spcAft>
                <a:spcPts val="1000"/>
              </a:spcAft>
            </a:pPr>
            <a:r>
              <a:rPr sz="2000" b="0" i="1">
                <a:solidFill>
                  <a:srgbClr val="6B7280"/>
                </a:solidFill>
              </a:rPr>
              <a:t>Read: Proverbs 3:9-12; 2 Corinthians 9:7; Hebrews 12:5-11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does it look like in practice to "lean not unto thine own understanding"?</a:t>
            </a:r>
          </a:p>
          <a:p>
            <a:pPr>
              <a:spcAft>
                <a:spcPts val="1800"/>
              </a:spcAft>
            </a:pPr>
            <a:r>
              <a:rPr sz="2800" b="1" i="0">
                <a:solidFill>
                  <a:srgbClr val="2E5E8C"/>
                </a:solidFill>
              </a:rPr>
              <a:t>2.  </a:t>
            </a:r>
            <a:r>
              <a:rPr sz="2800" b="0" i="0">
                <a:solidFill>
                  <a:srgbClr val="222B36"/>
                </a:solidFill>
              </a:rPr>
              <a:t>Why do you think conceit about our own wisdom is such an enemy of faith?</a:t>
            </a:r>
          </a:p>
          <a:p>
            <a:pPr>
              <a:spcAft>
                <a:spcPts val="1800"/>
              </a:spcAft>
            </a:pPr>
            <a:r>
              <a:rPr sz="2800" b="1" i="0">
                <a:solidFill>
                  <a:srgbClr val="2E5E8C"/>
                </a:solidFill>
              </a:rPr>
              <a:t>3.  </a:t>
            </a:r>
            <a:r>
              <a:rPr sz="2800" b="0" i="0">
                <a:solidFill>
                  <a:srgbClr val="222B36"/>
                </a:solidFill>
              </a:rPr>
              <a:t>What is the difference between giving God the "firstfruits" and giving him what is left 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Trust in the Lord with All Your Heart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God's correction be a sign of his love?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