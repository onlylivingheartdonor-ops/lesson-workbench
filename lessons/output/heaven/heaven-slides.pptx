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Jesus begins with the disciples' hearts. He does not deny that they are afraid. He gives them something to hold on to: "ye believe in God, believe also in me." Faith in Jesus is the antidote to a troubled heart. That does not mean feelings disappear; it means we have a solid place to stand when they come.</a:t>
            </a:r>
          </a:p>
          <a:p/>
          <a:p>
            <a:r>
              <a:t>“The disciples had been greatly distressed at what Jesus had said about leaving them.” — Albert Barnes, Notes on the New Testament, on John 14:1</a:t>
            </a:r>
          </a:p>
          <a:p/>
          <a:p>
            <a:r>
              <a:t>“Christ's good-will to us is a great encouragement to our hope in him.” — Matthew Henry, Commentary on the Whole Bible, on John 14:1-3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"In my Father's house are many mansions ... I go to prepare a place for you" (v. 2). Heaven is not vague; it is home, the Father's house, with room for all and a place for each. Best of all, Jesus promises to come again and receive us to himself: "that where I am, there ye may be also." The heart of heaven is being with Jesus.</a:t>
            </a:r>
          </a:p>
          <a:p/>
          <a:p>
            <a:r>
              <a:t>“and so room for all, and a place for each.” — David Brown, Commentary Critical and Explanatory on the Whole Bible (Jamieson, Fausset and Brown), on John 14:2</a:t>
            </a:r>
          </a:p>
          <a:p/>
          <a:p>
            <a:r>
              <a:t>“The belief of Christ's second coming, of which he has given us the assurance, is an excellent preservative against trouble of heart” — Matthew Henry, Commentary on the Whole Bible, on John 14:1-3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Thomas asked the honest question: "How can we know the way?" Jesus did not hand him a map; he pointed to himself. "I am the way, the truth, and the life: no man cometh unto the Father, but by me" (v. 6). The way to the Father's house is not a set of directions but a person to trust and follow.</a:t>
            </a:r>
          </a:p>
          <a:p/>
          <a:p>
            <a:r>
              <a:t>“Christ, having set the happiness of heaven before them as the end, here shows them himself as the way to it” — Matthew Henry, Commentary on the Whole Bible, on John 14:4-11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246120"/>
            <a:ext cx="1463040" cy="73152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400" b="1" i="0">
                <a:solidFill>
                  <a:srgbClr val="222B36"/>
                </a:solidFill>
              </a:rPr>
              <a:t>A Place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2044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1">
                <a:solidFill>
                  <a:srgbClr val="222B36"/>
                </a:solidFill>
              </a:rPr>
              <a:t>Jesus calms troubled hearts with the promise of a prepared place in his Father's house, his return to bring us there, and himself as the only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6B7280"/>
                </a:solidFill>
              </a:rPr>
              <a:t>John 14:1-6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John 14:1-6 (1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A Place Prepared   ·   KJV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2E5E8C"/>
                </a:solidFill>
              </a:rPr>
              <a:t>1 </a:t>
            </a:r>
            <a:r>
              <a:rPr sz="2800" b="0" i="0">
                <a:solidFill>
                  <a:srgbClr val="222B36"/>
                </a:solidFill>
              </a:rPr>
              <a:t>Let not your heart be troubled: ye believe in God, believe also in me. </a:t>
            </a:r>
            <a:r>
              <a:rPr sz="1600" b="1" i="0">
                <a:solidFill>
                  <a:srgbClr val="2E5E8C"/>
                </a:solidFill>
              </a:rPr>
              <a:t>2 </a:t>
            </a:r>
            <a:r>
              <a:rPr sz="2800" b="0" i="0">
                <a:solidFill>
                  <a:srgbClr val="222B36"/>
                </a:solidFill>
              </a:rPr>
              <a:t>In my Father’s house are many mansions: if it were not so, I would have told you. I go to prepare a place for you. </a:t>
            </a:r>
            <a:r>
              <a:rPr sz="1600" b="1" i="0">
                <a:solidFill>
                  <a:srgbClr val="2E5E8C"/>
                </a:solidFill>
              </a:rPr>
              <a:t>3 </a:t>
            </a:r>
            <a:r>
              <a:rPr sz="2800" b="0" i="0">
                <a:solidFill>
                  <a:srgbClr val="222B36"/>
                </a:solidFill>
              </a:rPr>
              <a:t>And if I go and prepare a place for you, I will come again, and receive you unto myself; that where I am, there ye may be also.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John 14:1-6 (2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A Place Prepared   ·   KJV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2E5E8C"/>
                </a:solidFill>
              </a:rPr>
              <a:t>4 </a:t>
            </a:r>
            <a:r>
              <a:rPr sz="2800" b="0" i="0">
                <a:solidFill>
                  <a:srgbClr val="222B36"/>
                </a:solidFill>
              </a:rPr>
              <a:t>And whither I go ye know, and the way ye know. </a:t>
            </a:r>
            <a:r>
              <a:rPr sz="1600" b="1" i="0">
                <a:solidFill>
                  <a:srgbClr val="2E5E8C"/>
                </a:solidFill>
              </a:rPr>
              <a:t>5 </a:t>
            </a:r>
            <a:r>
              <a:rPr sz="2800" b="0" i="0">
                <a:solidFill>
                  <a:srgbClr val="222B36"/>
                </a:solidFill>
              </a:rPr>
              <a:t>Thomas saith unto him, Lord, we know not whither thou goest; and how can we know the way? </a:t>
            </a:r>
            <a:r>
              <a:rPr sz="1600" b="1" i="0">
                <a:solidFill>
                  <a:srgbClr val="2E5E8C"/>
                </a:solidFill>
              </a:rPr>
              <a:t>6 </a:t>
            </a:r>
            <a:r>
              <a:rPr sz="2800" b="0" i="0">
                <a:solidFill>
                  <a:srgbClr val="222B36"/>
                </a:solidFill>
              </a:rPr>
              <a:t>Jesus saith unto him, I am the way, the truth, and the life: no man cometh unto the Father, but by me.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1. Let not your heart be troubled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A Place Prepared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Let not your heart be troubled.</a:t>
            </a:r>
          </a:p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Ye believe in God, believe also in me.</a:t>
            </a:r>
          </a:p>
          <a:p>
            <a:pPr>
              <a:spcAft>
                <a:spcPts val="1000"/>
              </a:spcAft>
            </a:pPr>
            <a:r>
              <a:rPr sz="2000" b="0" i="1">
                <a:solidFill>
                  <a:srgbClr val="6B7280"/>
                </a:solidFill>
              </a:rPr>
              <a:t>Read: John 14:1; Psalm 46:1-3; Philippians 4:6-7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2. A place prepared, and a promise to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A Place Prepared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In my Father's house are many mansions.</a:t>
            </a:r>
          </a:p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I will come again, and receive you unto myself.</a:t>
            </a:r>
          </a:p>
          <a:p>
            <a:pPr>
              <a:spcAft>
                <a:spcPts val="1000"/>
              </a:spcAft>
            </a:pPr>
            <a:r>
              <a:rPr sz="2000" b="0" i="1">
                <a:solidFill>
                  <a:srgbClr val="6B7280"/>
                </a:solidFill>
              </a:rPr>
              <a:t>Read: John 14:2-3; 1 Thessalonians 4:16-18; Revelation 21:3-4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3. Jesus is the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A Place Prepared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I am the way, the truth, and the life.</a:t>
            </a:r>
          </a:p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No man cometh unto the Father, but by me.</a:t>
            </a:r>
          </a:p>
          <a:p>
            <a:pPr>
              <a:spcAft>
                <a:spcPts val="1000"/>
              </a:spcAft>
            </a:pPr>
            <a:r>
              <a:rPr sz="2000" b="0" i="1">
                <a:solidFill>
                  <a:srgbClr val="6B7280"/>
                </a:solidFill>
              </a:rPr>
              <a:t>Read: John 14:4-6; Acts 4:12; Hebrews 10:19-22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Discuss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A Place Prepared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800" b="1" i="0">
                <a:solidFill>
                  <a:srgbClr val="2E5E8C"/>
                </a:solidFill>
              </a:rPr>
              <a:t>1.  </a:t>
            </a:r>
            <a:r>
              <a:rPr sz="2800" b="0" i="0">
                <a:solidFill>
                  <a:srgbClr val="222B36"/>
                </a:solidFill>
              </a:rPr>
              <a:t>What troubled the disciples' hearts that night? What troubles hearts in our class today?</a:t>
            </a:r>
          </a:p>
          <a:p>
            <a:pPr>
              <a:spcAft>
                <a:spcPts val="1800"/>
              </a:spcAft>
            </a:pPr>
            <a:r>
              <a:rPr sz="2800" b="1" i="0">
                <a:solidFill>
                  <a:srgbClr val="2E5E8C"/>
                </a:solidFill>
              </a:rPr>
              <a:t>2.  </a:t>
            </a:r>
            <a:r>
              <a:rPr sz="2800" b="0" i="0">
                <a:solidFill>
                  <a:srgbClr val="222B36"/>
                </a:solidFill>
              </a:rPr>
              <a:t>What does the picture of a "Father's house" tell us about heaven?</a:t>
            </a:r>
          </a:p>
          <a:p>
            <a:pPr>
              <a:spcAft>
                <a:spcPts val="1800"/>
              </a:spcAft>
            </a:pPr>
            <a:r>
              <a:rPr sz="2800" b="1" i="0">
                <a:solidFill>
                  <a:srgbClr val="2E5E8C"/>
                </a:solidFill>
              </a:rPr>
              <a:t>3.  </a:t>
            </a:r>
            <a:r>
              <a:rPr sz="2800" b="0" i="0">
                <a:solidFill>
                  <a:srgbClr val="222B36"/>
                </a:solidFill>
              </a:rPr>
              <a:t>Why is "where I am, there ye may be also" the heart of the promise?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Discuss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A Place Prepared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800" b="1" i="0">
                <a:solidFill>
                  <a:srgbClr val="2E5E8C"/>
                </a:solidFill>
              </a:rPr>
              <a:t>4.  </a:t>
            </a:r>
            <a:r>
              <a:rPr sz="2800" b="0" i="0">
                <a:solidFill>
                  <a:srgbClr val="222B36"/>
                </a:solidFill>
              </a:rPr>
              <a:t>Thomas admitted he did not understand. Why is honest questioning welcome with Jesus?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