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Saul claimed full obedience while the bleating of the sheep gave him away (v. 14). He had done the parts of the command that suited him and skipped the rest. God did not grade him on a curve. Choosing which parts of God's word to obey means we, not God, are really in charge.</a:t>
            </a:r>
          </a:p>
          <a:p/>
          <a:p>
            <a:r>
              <a:t>“Saul was either blinded by a partial and delusive self-love, or he was, in his declaration to Samuel, acting the part of a bold and artful hypocrite.” — Robert Jamieson, Commentary Critical and Explanatory on the Whole Bible (Jamieson, Fausset and Brown), on 1 Samuel 15:13-23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Twice Saul blamed "the people" (vv. 15, 21), and he gave a religious excuse: the animals were for sacrifice. Matthew Henry notes how quickly those who justify themselves blame others. Real repentance says "I have sinned" without "but."</a:t>
            </a:r>
          </a:p>
          <a:p/>
          <a:p>
            <a:r>
              <a:t>“Those that are willing to justify themselves are commonly very forward to condemn others, and to lay the blame upon any rather than take it to themselves.” — Matthew Henry, Commentary on the Whole Bible, on 1 Samuel 15:10-23</a:t>
            </a:r>
          </a:p>
          <a:p/>
          <a:p>
            <a:r>
              <a:t>“Thus he endeavors to excuse the people.” — Adam Clarke, Commentary on the Bible, on 1 Samuel 15:21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"Behold, to obey is better than sacrifice, and to hearken than the fat of rams" (v. 22). Sacrifices were commanded by God. But religious activity cannot make up for a disobedient heart. Samuel compares stubborn rebellion to witchcraft and idolatry, because it puts our will in God's place. For Christians, obedience flows from love: "If ye love me, keep my commandments" (John 14:15).</a:t>
            </a:r>
          </a:p>
          <a:p/>
          <a:p>
            <a:r>
              <a:t>“Is not obedience to the will of God the end of all religion, of its rites, ceremonies, and sacrifices?” — Adam Clarke, Commentary on the Bible, on 1 Samuel 15:22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To Obey Is Better Than Sacrifice</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God wants wholehearted obedience more than religious activity; partial obedience, excused and blamed on others, is still disobedience.</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1 Samuel 15:13-23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Samuel 15:13-23 (1 of 6)</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To Obey Is Better Than Sacrifice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13 </a:t>
            </a:r>
            <a:r>
              <a:rPr sz="2800" b="0" i="0">
                <a:solidFill>
                  <a:srgbClr val="222B36"/>
                </a:solidFill>
              </a:rPr>
              <a:t>And Samuel came to Saul: and Saul said unto him, Blessed be thou of the LORD: I have performed the commandment of the LORD. </a:t>
            </a:r>
            <a:r>
              <a:rPr sz="1600" b="1" i="0">
                <a:solidFill>
                  <a:srgbClr val="2E5E8C"/>
                </a:solidFill>
              </a:rPr>
              <a:t>14 </a:t>
            </a:r>
            <a:r>
              <a:rPr sz="2800" b="0" i="0">
                <a:solidFill>
                  <a:srgbClr val="222B36"/>
                </a:solidFill>
              </a:rPr>
              <a:t>And Samuel said, What meaneth then this bleating of the sheep in mine ears, and the lowing of the oxen which I hear?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Samuel 15:13-23 (2 of 6)</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To Obey Is Better Than Sacrifice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15 </a:t>
            </a:r>
            <a:r>
              <a:rPr sz="2800" b="0" i="0">
                <a:solidFill>
                  <a:srgbClr val="222B36"/>
                </a:solidFill>
              </a:rPr>
              <a:t>And Saul said, They have brought them from the Amalekites: for the people spared the best of the sheep and of the oxen, to sacrifice unto the LORD thy God; and the rest we have utterly destroyed. </a:t>
            </a:r>
            <a:r>
              <a:rPr sz="1600" b="1" i="0">
                <a:solidFill>
                  <a:srgbClr val="2E5E8C"/>
                </a:solidFill>
              </a:rPr>
              <a:t>16 </a:t>
            </a:r>
            <a:r>
              <a:rPr sz="2800" b="0" i="0">
                <a:solidFill>
                  <a:srgbClr val="222B36"/>
                </a:solidFill>
              </a:rPr>
              <a:t>Then Samuel said unto Saul, Stay, and I will tell thee what the LORD hath said to me this night. And he said unto him, Say on.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Samuel 15:13-23 (3 of 6)</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To Obey Is Better Than Sacrifice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17 </a:t>
            </a:r>
            <a:r>
              <a:rPr sz="2800" b="0" i="0">
                <a:solidFill>
                  <a:srgbClr val="222B36"/>
                </a:solidFill>
              </a:rPr>
              <a:t>And Samuel said, When thou wast little in thine own sight, wast thou not made the head of the tribes of Israel, and the LORD anointed thee king over Israel? </a:t>
            </a:r>
            <a:r>
              <a:rPr sz="1600" b="1" i="0">
                <a:solidFill>
                  <a:srgbClr val="2E5E8C"/>
                </a:solidFill>
              </a:rPr>
              <a:t>18 </a:t>
            </a:r>
            <a:r>
              <a:rPr sz="2800" b="0" i="0">
                <a:solidFill>
                  <a:srgbClr val="222B36"/>
                </a:solidFill>
              </a:rPr>
              <a:t>And the LORD sent thee on a journey, and said, Go and utterly destroy the sinners the Amalekites, and fight against them until they be consumed.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Samuel 15:13-23 (4 of 6)</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To Obey Is Better Than Sacrifice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19 </a:t>
            </a:r>
            <a:r>
              <a:rPr sz="2800" b="0" i="0">
                <a:solidFill>
                  <a:srgbClr val="222B36"/>
                </a:solidFill>
              </a:rPr>
              <a:t>Wherefore then didst thou not obey the voice of the LORD, but didst fly upon the spoil, and didst evil in the sight of the LORD? </a:t>
            </a:r>
            <a:r>
              <a:rPr sz="1600" b="1" i="0">
                <a:solidFill>
                  <a:srgbClr val="2E5E8C"/>
                </a:solidFill>
              </a:rPr>
              <a:t>20 </a:t>
            </a:r>
            <a:r>
              <a:rPr sz="2800" b="0" i="0">
                <a:solidFill>
                  <a:srgbClr val="222B36"/>
                </a:solidFill>
              </a:rPr>
              <a:t>And Saul said unto Samuel, Yea, I have obeyed the voice of the LORD, and have gone the way which the LORD sent me, and have brought Agag the king of Amalek, and have utterly destroyed the Amalekites.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Samuel 15:13-23 (5 of 6)</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To Obey Is Better Than Sacrifice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21 </a:t>
            </a:r>
            <a:r>
              <a:rPr sz="2800" b="0" i="0">
                <a:solidFill>
                  <a:srgbClr val="222B36"/>
                </a:solidFill>
              </a:rPr>
              <a:t>But the people took of the spoil, sheep and oxen, the chief of the things which should have been utterly destroyed, to sacrifice unto the LORD thy God in Gilgal. </a:t>
            </a:r>
            <a:r>
              <a:rPr sz="1600" b="1" i="0">
                <a:solidFill>
                  <a:srgbClr val="2E5E8C"/>
                </a:solidFill>
              </a:rPr>
              <a:t>22 </a:t>
            </a:r>
            <a:r>
              <a:rPr sz="2800" b="0" i="0">
                <a:solidFill>
                  <a:srgbClr val="222B36"/>
                </a:solidFill>
              </a:rPr>
              <a:t>And Samuel said, Hath the LORD as great delight in burnt offerings and sacrifices, as in obeying the voice of the LORD? Behold, to obey is better than sacrifice, and to hearken than the fat of rams.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Samuel 15:13-23 (6 of 6)</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To Obey Is Better Than Sacrifice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23 </a:t>
            </a:r>
            <a:r>
              <a:rPr sz="2800" b="0" i="0">
                <a:solidFill>
                  <a:srgbClr val="222B36"/>
                </a:solidFill>
              </a:rPr>
              <a:t>For rebellion is as the sin of witchcraft, and stubbornness is as iniquity and idolatry. Because thou hast rejected the word of the LORD, he hath also rejected thee from being king.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Partial obedience is disobedience</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To Obey Is Better Than Sacrifice</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Saul said, "I have performed the commandment of the LORD."</a:t>
            </a:r>
          </a:p>
          <a:p>
            <a:pPr>
              <a:spcAft>
                <a:spcPts val="1800"/>
              </a:spcAft>
            </a:pPr>
            <a:r>
              <a:rPr sz="3000" b="1" i="0">
                <a:solidFill>
                  <a:srgbClr val="2E5E8C"/>
                </a:solidFill>
              </a:rPr>
              <a:t>•  </a:t>
            </a:r>
            <a:r>
              <a:rPr sz="3000" b="0" i="0">
                <a:solidFill>
                  <a:srgbClr val="222B36"/>
                </a:solidFill>
              </a:rPr>
              <a:t>Choosing which parts of God's word to obey is still disobedience.</a:t>
            </a:r>
          </a:p>
          <a:p>
            <a:pPr>
              <a:spcAft>
                <a:spcPts val="1000"/>
              </a:spcAft>
            </a:pPr>
            <a:r>
              <a:rPr sz="2000" b="0" i="1">
                <a:solidFill>
                  <a:srgbClr val="6B7280"/>
                </a:solidFill>
              </a:rPr>
              <a:t>Read: 1 Samuel 15:13-15; James 2:10; Luke 6:46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Excuses and blame</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To Obey Is Better Than Sacrifice</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Saul blamed the people for keeping the sheep.</a:t>
            </a:r>
          </a:p>
          <a:p>
            <a:pPr>
              <a:spcAft>
                <a:spcPts val="1800"/>
              </a:spcAft>
            </a:pPr>
            <a:r>
              <a:rPr sz="3000" b="1" i="0">
                <a:solidFill>
                  <a:srgbClr val="2E5E8C"/>
                </a:solidFill>
              </a:rPr>
              <a:t>•  </a:t>
            </a:r>
            <a:r>
              <a:rPr sz="3000" b="0" i="0">
                <a:solidFill>
                  <a:srgbClr val="222B36"/>
                </a:solidFill>
              </a:rPr>
              <a:t>Real repentance says "I have sinned" without a "but."</a:t>
            </a:r>
          </a:p>
          <a:p>
            <a:pPr>
              <a:spcAft>
                <a:spcPts val="1000"/>
              </a:spcAft>
            </a:pPr>
            <a:r>
              <a:rPr sz="2000" b="0" i="1">
                <a:solidFill>
                  <a:srgbClr val="6B7280"/>
                </a:solidFill>
              </a:rPr>
              <a:t>Read: 1 Samuel 15:15-21; Genesis 3:12-13; Proverbs 28:13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God wants obedience more than sacrifice</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To Obey Is Better Than Sacrifice</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To obey is better than sacrifice.</a:t>
            </a:r>
          </a:p>
          <a:p>
            <a:pPr>
              <a:spcAft>
                <a:spcPts val="1800"/>
              </a:spcAft>
            </a:pPr>
            <a:r>
              <a:rPr sz="3000" b="1" i="0">
                <a:solidFill>
                  <a:srgbClr val="2E5E8C"/>
                </a:solidFill>
              </a:rPr>
              <a:t>•  </a:t>
            </a:r>
            <a:r>
              <a:rPr sz="3000" b="0" i="0">
                <a:solidFill>
                  <a:srgbClr val="222B36"/>
                </a:solidFill>
              </a:rPr>
              <a:t>Christian obedience flows from love.</a:t>
            </a:r>
          </a:p>
          <a:p>
            <a:pPr>
              <a:spcAft>
                <a:spcPts val="1000"/>
              </a:spcAft>
            </a:pPr>
            <a:r>
              <a:rPr sz="2000" b="0" i="1">
                <a:solidFill>
                  <a:srgbClr val="6B7280"/>
                </a:solidFill>
              </a:rPr>
              <a:t>Read: 1 Samuel 15:22-23; Micah 6:6-8; John 14:15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To Obey Is Better Than Sacrifice</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Why do you think Saul kept the best animals and King Agag?</a:t>
            </a:r>
          </a:p>
          <a:p>
            <a:pPr>
              <a:spcAft>
                <a:spcPts val="1800"/>
              </a:spcAft>
            </a:pPr>
            <a:r>
              <a:rPr sz="2800" b="1" i="0">
                <a:solidFill>
                  <a:srgbClr val="2E5E8C"/>
                </a:solidFill>
              </a:rPr>
              <a:t>2.  </a:t>
            </a:r>
            <a:r>
              <a:rPr sz="2800" b="0" i="0">
                <a:solidFill>
                  <a:srgbClr val="222B36"/>
                </a:solidFill>
              </a:rPr>
              <a:t>What "religious" excuses do we use to cover disobedience?</a:t>
            </a:r>
          </a:p>
          <a:p>
            <a:pPr>
              <a:spcAft>
                <a:spcPts val="1800"/>
              </a:spcAft>
            </a:pPr>
            <a:r>
              <a:rPr sz="2800" b="1" i="0">
                <a:solidFill>
                  <a:srgbClr val="2E5E8C"/>
                </a:solidFill>
              </a:rPr>
              <a:t>3.  </a:t>
            </a:r>
            <a:r>
              <a:rPr sz="2800" b="0" i="0">
                <a:solidFill>
                  <a:srgbClr val="222B36"/>
                </a:solidFill>
              </a:rPr>
              <a:t>Why is blaming others so natural, and what does it cost us?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To Obey Is Better Than Sacrifice</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How is obedience out of love different from obedience out of fear or duty?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