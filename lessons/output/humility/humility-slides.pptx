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asks the church to be of one mind. To do that they must stop acting from rivalry or vanity and instead "esteem other better than themselves." Humility is not denying our gifts. It is refusing to let our own concerns crowd out everyone else's.</a:t>
            </a:r>
          </a:p>
          <a:p/>
          <a:p>
            <a:r>
              <a:t>“This command forbids us to do anything, or attempt anything, as the mere result of strife.” — Albert Barnes, Notes on the New Testament, on Philippians 2:3</a:t>
            </a:r>
          </a:p>
          <a:p/>
          <a:p>
            <a:r>
              <a:t>“That is, be not selfish. Do not let your care and attention be wholly absorbed by your own concerns, or by the concerns of your own family.” — Albert Barnes, Notes on the New Testament, on Philippians 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mind be in you" (v. 5). Jesus did not cling to his rights. He took the lowest place, a servant and then a criminal's death on a cross. If the Son of God was willing to stoop that far for us, we can stoop to serve one another.</a:t>
            </a:r>
          </a:p>
          <a:p/>
          <a:p>
            <a:r>
              <a:t>“The object of this reference to the example of the Saviour is particularly to enforce the duty of humility.” — Albert Barnes, Notes on the New Testament, on Philippians 2:5</a:t>
            </a:r>
          </a:p>
          <a:p/>
          <a:p>
            <a:r>
              <a:t>“He emptied himself - did not appear in his glory, for he assumed the form of a servant, being made in the likeness of man.” — Adam Clarke, Commentary on the Bible, on Philippians 2:7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does not end at the cross. "Wherefore God also hath highly exalted him" (v. 9). Every knee will bow, and every tongue will confess that Jesus Christ is Lord. The way up in God's kingdom is the way down. We can afford to be humble, because our honour is safe in God's hands.</a:t>
            </a:r>
          </a:p>
          <a:p/>
          <a:p>
            <a:r>
              <a:t>“The knee should bow, or bend, in token of honour, or worship; that is, all men should adore him.” — Albert Barnes, Notes on the New Testament, on Philippians 2:10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The Mind of Christ</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Humility means looking to the interests of others, following Jesus who emptied himself and became obedient to death, whom God has exalted as Lord.</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Philippians 2:1-11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Philippians 2:1-11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Mind of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If there be therefore any consolation in Christ, if any comfort of love, if any fellowship of the Spirit, if any bowels and mercies, </a:t>
            </a:r>
            <a:r>
              <a:rPr sz="1600" b="1" i="0">
                <a:solidFill>
                  <a:srgbClr val="2E5E8C"/>
                </a:solidFill>
              </a:rPr>
              <a:t>2 </a:t>
            </a:r>
            <a:r>
              <a:rPr sz="2800" b="0" i="0">
                <a:solidFill>
                  <a:srgbClr val="222B36"/>
                </a:solidFill>
              </a:rPr>
              <a:t>Fulfil ye my joy, that ye be likeminded, having the same love, being of one accord, of one mind. </a:t>
            </a:r>
            <a:r>
              <a:rPr sz="1600" b="1" i="0">
                <a:solidFill>
                  <a:srgbClr val="2E5E8C"/>
                </a:solidFill>
              </a:rPr>
              <a:t>3 </a:t>
            </a:r>
            <a:r>
              <a:rPr sz="2800" b="0" i="0">
                <a:solidFill>
                  <a:srgbClr val="222B36"/>
                </a:solidFill>
              </a:rPr>
              <a:t>Let nothing be done through strife or vainglory; but in lowliness of mind let each esteem other better than themselves.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Philippians 2:1-11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Mind of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Look not every man on his own things, but every man also on the things of others. </a:t>
            </a:r>
            <a:r>
              <a:rPr sz="1600" b="1" i="0">
                <a:solidFill>
                  <a:srgbClr val="2E5E8C"/>
                </a:solidFill>
              </a:rPr>
              <a:t>5 </a:t>
            </a:r>
            <a:r>
              <a:rPr sz="2800" b="0" i="0">
                <a:solidFill>
                  <a:srgbClr val="222B36"/>
                </a:solidFill>
              </a:rPr>
              <a:t>Let this mind be in you, which was also in Christ Jesus: </a:t>
            </a:r>
            <a:r>
              <a:rPr sz="1600" b="1" i="0">
                <a:solidFill>
                  <a:srgbClr val="2E5E8C"/>
                </a:solidFill>
              </a:rPr>
              <a:t>6 </a:t>
            </a:r>
            <a:r>
              <a:rPr sz="2800" b="0" i="0">
                <a:solidFill>
                  <a:srgbClr val="222B36"/>
                </a:solidFill>
              </a:rPr>
              <a:t>Who, being in the form of God, thought it not robbery to be equal with God: </a:t>
            </a:r>
            <a:r>
              <a:rPr sz="1600" b="1" i="0">
                <a:solidFill>
                  <a:srgbClr val="2E5E8C"/>
                </a:solidFill>
              </a:rPr>
              <a:t>7 </a:t>
            </a:r>
            <a:r>
              <a:rPr sz="2800" b="0" i="0">
                <a:solidFill>
                  <a:srgbClr val="222B36"/>
                </a:solidFill>
              </a:rPr>
              <a:t>But made himself of no reputation, and took upon him the form of a servant, and was made in the likeness of men: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Philippians 2:1-11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Mind of Christ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And being found in fashion as a man, he humbled himself, and became obedient unto death, even the death of the cross. </a:t>
            </a:r>
            <a:r>
              <a:rPr sz="1600" b="1" i="0">
                <a:solidFill>
                  <a:srgbClr val="2E5E8C"/>
                </a:solidFill>
              </a:rPr>
              <a:t>9 </a:t>
            </a:r>
            <a:r>
              <a:rPr sz="2800" b="0" i="0">
                <a:solidFill>
                  <a:srgbClr val="222B36"/>
                </a:solidFill>
              </a:rPr>
              <a:t>Wherefore God also hath highly exalted him, and given him a name which is above every name: </a:t>
            </a:r>
            <a:r>
              <a:rPr sz="1600" b="1" i="0">
                <a:solidFill>
                  <a:srgbClr val="2E5E8C"/>
                </a:solidFill>
              </a:rPr>
              <a:t>10 </a:t>
            </a:r>
            <a:r>
              <a:rPr sz="2800" b="0" i="0">
                <a:solidFill>
                  <a:srgbClr val="222B36"/>
                </a:solidFill>
              </a:rPr>
              <a:t>That at the name of Jesus every knee should bow, of things in heaven, and things in earth, and things under the earth; </a:t>
            </a:r>
            <a:r>
              <a:rPr sz="1600" b="1" i="0">
                <a:solidFill>
                  <a:srgbClr val="2E5E8C"/>
                </a:solidFill>
              </a:rPr>
              <a:t>11 </a:t>
            </a:r>
            <a:r>
              <a:rPr sz="2800" b="0" i="0">
                <a:solidFill>
                  <a:srgbClr val="222B36"/>
                </a:solidFill>
              </a:rPr>
              <a:t>And that every tongue should confess that Jesus Christ is Lord, to the glory of God the Father.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Look to the interests of others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Mind of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In lowliness of mind let each esteem other better than themselves.</a:t>
            </a:r>
          </a:p>
          <a:p>
            <a:pPr>
              <a:spcAft>
                <a:spcPts val="1800"/>
              </a:spcAft>
            </a:pPr>
            <a:r>
              <a:rPr sz="3000" b="1" i="0">
                <a:solidFill>
                  <a:srgbClr val="2E5E8C"/>
                </a:solidFill>
              </a:rPr>
              <a:t>•  </a:t>
            </a:r>
            <a:r>
              <a:rPr sz="3000" b="0" i="0">
                <a:solidFill>
                  <a:srgbClr val="222B36"/>
                </a:solidFill>
              </a:rPr>
              <a:t>Look not every man on his own things, but also on the things of others.</a:t>
            </a:r>
          </a:p>
          <a:p>
            <a:pPr>
              <a:spcAft>
                <a:spcPts val="1000"/>
              </a:spcAft>
            </a:pPr>
            <a:r>
              <a:rPr sz="2000" b="0" i="1">
                <a:solidFill>
                  <a:srgbClr val="6B7280"/>
                </a:solidFill>
              </a:rPr>
              <a:t>Read: Philippians 2:1-4; Romans 12:10; Galatians 5:13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Have the mind of Christ, who humbled himself</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Mind of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Christ took upon him the form of a servant.</a:t>
            </a:r>
          </a:p>
          <a:p>
            <a:pPr>
              <a:spcAft>
                <a:spcPts val="1800"/>
              </a:spcAft>
            </a:pPr>
            <a:r>
              <a:rPr sz="3000" b="1" i="0">
                <a:solidFill>
                  <a:srgbClr val="2E5E8C"/>
                </a:solidFill>
              </a:rPr>
              <a:t>•  </a:t>
            </a:r>
            <a:r>
              <a:rPr sz="3000" b="0" i="0">
                <a:solidFill>
                  <a:srgbClr val="222B36"/>
                </a:solidFill>
              </a:rPr>
              <a:t>He became obedient unto death, even the death of the cross.</a:t>
            </a:r>
          </a:p>
          <a:p>
            <a:pPr>
              <a:spcAft>
                <a:spcPts val="1000"/>
              </a:spcAft>
            </a:pPr>
            <a:r>
              <a:rPr sz="2000" b="0" i="1">
                <a:solidFill>
                  <a:srgbClr val="6B7280"/>
                </a:solidFill>
              </a:rPr>
              <a:t>Read: Philippians 2:5-8; John 13:12-15; Mark 10:45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God exalts the humble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Mind of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God hath highly exalted him.</a:t>
            </a:r>
          </a:p>
          <a:p>
            <a:pPr>
              <a:spcAft>
                <a:spcPts val="1800"/>
              </a:spcAft>
            </a:pPr>
            <a:r>
              <a:rPr sz="3000" b="1" i="0">
                <a:solidFill>
                  <a:srgbClr val="2E5E8C"/>
                </a:solidFill>
              </a:rPr>
              <a:t>•  </a:t>
            </a:r>
            <a:r>
              <a:rPr sz="3000" b="0" i="0">
                <a:solidFill>
                  <a:srgbClr val="222B36"/>
                </a:solidFill>
              </a:rPr>
              <a:t>Every tongue should confess that Jesus Christ is Lord.</a:t>
            </a:r>
          </a:p>
          <a:p>
            <a:pPr>
              <a:spcAft>
                <a:spcPts val="1000"/>
              </a:spcAft>
            </a:pPr>
            <a:r>
              <a:rPr sz="2000" b="0" i="1">
                <a:solidFill>
                  <a:srgbClr val="6B7280"/>
                </a:solidFill>
              </a:rPr>
              <a:t>Read: Philippians 2:9-11; James 4:10; 1 Peter 5:5-6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Mind of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How would you define humility in your own words?</a:t>
            </a:r>
          </a:p>
          <a:p>
            <a:pPr>
              <a:spcAft>
                <a:spcPts val="1800"/>
              </a:spcAft>
            </a:pPr>
            <a:r>
              <a:rPr sz="2800" b="1" i="0">
                <a:solidFill>
                  <a:srgbClr val="2E5E8C"/>
                </a:solidFill>
              </a:rPr>
              <a:t>2.  </a:t>
            </a:r>
            <a:r>
              <a:rPr sz="2800" b="0" i="0">
                <a:solidFill>
                  <a:srgbClr val="222B36"/>
                </a:solidFill>
              </a:rPr>
              <a:t>Why is humility necessary for unity in a church or a family?</a:t>
            </a:r>
          </a:p>
          <a:p>
            <a:pPr>
              <a:spcAft>
                <a:spcPts val="1800"/>
              </a:spcAft>
            </a:pPr>
            <a:r>
              <a:rPr sz="2800" b="1" i="0">
                <a:solidFill>
                  <a:srgbClr val="2E5E8C"/>
                </a:solidFill>
              </a:rPr>
              <a:t>3.  </a:t>
            </a:r>
            <a:r>
              <a:rPr sz="2800" b="0" i="0">
                <a:solidFill>
                  <a:srgbClr val="222B36"/>
                </a:solidFill>
              </a:rPr>
              <a:t>What does Jesus' example show us about what humility costs?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The Mind of Christ</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does knowing that God exalts the humble free us to serve without recognition?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