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"Moses my servant is dead; now therefore arise" (v. 2). The great leader was gone, but God was not. "As I was with Moses, so I will be with thee: I will not fail thee, nor forsake thee" (v. 5). Every generation faces losses. The same God who was with those before us is with us now.</a:t>
            </a:r>
          </a:p>
          <a:p/>
          <a:p>
            <a:r>
              <a:t>“it is a great comfort to the rising generation of ministers and Christians that the same grace which was sufficient for those that went before them shall not be wanting to them” — Matthew Henry, Commentary on the Whole Bible, on Joshua 1:1-9</a:t>
            </a:r>
          </a:p>
          <a:p/>
          <a:p>
            <a:r>
              <a:t>“Because God shall be with thee, therefore thou shalt be irresistible.” — Adam Clarke, Commentary on the Bible, on Joshua 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Joshua's courage was not to come from his own personality but from obeying God's word: "This book of the law shall not depart out of thy mouth; but thou shalt meditate therein day and night" (v. 8). Courage and obedience go together. When we know what God has said, we can step out even when we are afraid.</a:t>
            </a:r>
          </a:p>
          <a:p/>
          <a:p>
            <a:r>
              <a:t>“The law which had already been written by Moses, and from which he and the people were to take all those precepts by which their lives were to be governed.” — Adam Clarke, Commentary on the Bible, on Joshua 1:8</a:t>
            </a:r>
          </a:p>
          <a:p/>
          <a:p>
            <a:r>
              <a:t>“Be strong therefore, and play the man to the uttermost.” — Adam Clarke, Commentary on the Bible, on Joshua 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 9 is the summary: "Have not I commanded thee? Be strong and of a good courage; be not afraid, neither be thou dismayed: for the LORD thy God is with thee whithersoever thou goest." Courage is not the absence of fear; it is moving forward in obedience because God is present.</a:t>
            </a:r>
          </a:p>
          <a:p/>
          <a:p>
            <a:r>
              <a:t>“Those that go where God sends them shall have him with them wherever they go” — Matthew Henry, Commentary on the Whole Bible, on Joshua 1:1-9</a:t>
            </a:r>
          </a:p>
          <a:p/>
          <a:p>
            <a:r>
              <a:t>“When we are in the way of our duty we have reason to be strong and very courageous” — Matthew Henry, Commentary on the Whole Bible, on Joshua 1:1-9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Be Strong and of a Good Courage</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We can face new and frightening seasons with courage, because God's presence goes with us and his word shows us the way.</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Joshua 1:1-9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(1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after the death of Moses the servant of the LORD it came to pass, that the LORD spake unto Joshua the son of Nun, Moses’ minister, saying, </a:t>
            </a:r>
            <a:r>
              <a:rPr sz="1600" b="1" i="0">
                <a:solidFill>
                  <a:srgbClr val="2E5E8C"/>
                </a:solidFill>
              </a:rPr>
              <a:t>2 </a:t>
            </a:r>
            <a:r>
              <a:rPr sz="2800" b="0" i="0">
                <a:solidFill>
                  <a:srgbClr val="222B36"/>
                </a:solidFill>
              </a:rPr>
              <a:t>Moses my servant is dead; now therefore arise, go over this Jordan, thou, and all this people, unto the land which I do give to them, even to the children of Israel.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(2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Every place that the sole of your foot shall tread upon, that have I given unto you, as I said unto Moses. </a:t>
            </a:r>
            <a:r>
              <a:rPr sz="1600" b="1" i="0">
                <a:solidFill>
                  <a:srgbClr val="2E5E8C"/>
                </a:solidFill>
              </a:rPr>
              <a:t>4 </a:t>
            </a:r>
            <a:r>
              <a:rPr sz="2800" b="0" i="0">
                <a:solidFill>
                  <a:srgbClr val="222B36"/>
                </a:solidFill>
              </a:rPr>
              <a:t>From the wilderness and this Lebanon even unto the great river, the river Euphrates, all the land of the Hittites, and unto the great sea toward the going down of the sun, shall be your coast.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(3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There shall not any man be able to stand before thee all the days of thy life: as I was with Moses, so I will be with thee: I will not fail thee, nor forsake thee. </a:t>
            </a:r>
            <a:r>
              <a:rPr sz="1600" b="1" i="0">
                <a:solidFill>
                  <a:srgbClr val="2E5E8C"/>
                </a:solidFill>
              </a:rPr>
              <a:t>6 </a:t>
            </a:r>
            <a:r>
              <a:rPr sz="2800" b="0" i="0">
                <a:solidFill>
                  <a:srgbClr val="222B36"/>
                </a:solidFill>
              </a:rPr>
              <a:t>Be strong and of a good courage: for unto this people shalt thou divide for an inheritance the land, which I sware unto their fathers to give them.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(4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Only be thou strong and very courageous, that thou mayest observe to do according to all the law, which Moses my servant commanded thee: turn not from it to the right hand or to the left, that thou mayest prosper whithersoever thou goest.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(5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This book of the law shall not depart out of thy mouth; but thou shalt meditate therein day and night, that thou mayest observe to do according to all that is written therein: for then thou shalt make thy way prosperous, and then thou shalt have good success.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Joshua 1:1-9 (6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9 </a:t>
            </a:r>
            <a:r>
              <a:rPr sz="2800" b="0" i="0">
                <a:solidFill>
                  <a:srgbClr val="222B36"/>
                </a:solidFill>
              </a:rPr>
              <a:t>Have not I commanded thee? Be strong and of a good courage; be not afraid, neither be thou dismayed: for the LORD thy God is with thee whithersoever thou goest.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God's presence continues when leaders pass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As I was with Moses, so I will be with thee.</a:t>
            </a:r>
          </a:p>
          <a:p>
            <a:pPr>
              <a:spcAft>
                <a:spcPts val="1800"/>
              </a:spcAft>
            </a:pPr>
            <a:r>
              <a:rPr sz="3000" b="1" i="0">
                <a:solidFill>
                  <a:srgbClr val="2E5E8C"/>
                </a:solidFill>
              </a:rPr>
              <a:t>•  </a:t>
            </a:r>
            <a:r>
              <a:rPr sz="3000" b="0" i="0">
                <a:solidFill>
                  <a:srgbClr val="222B36"/>
                </a:solidFill>
              </a:rPr>
              <a:t>I will not fail thee, nor forsake thee.</a:t>
            </a:r>
          </a:p>
          <a:p>
            <a:pPr>
              <a:spcAft>
                <a:spcPts val="1000"/>
              </a:spcAft>
            </a:pPr>
            <a:r>
              <a:rPr sz="2000" b="0" i="1">
                <a:solidFill>
                  <a:srgbClr val="6B7280"/>
                </a:solidFill>
              </a:rPr>
              <a:t>Read: Joshua 1:1-5; Deuteronomy 31:8; Hebrews 13:5-6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Courage is rooted in God's word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This book of the law shall not depart out of thy mouth.</a:t>
            </a:r>
          </a:p>
          <a:p>
            <a:pPr>
              <a:spcAft>
                <a:spcPts val="1800"/>
              </a:spcAft>
            </a:pPr>
            <a:r>
              <a:rPr sz="3000" b="1" i="0">
                <a:solidFill>
                  <a:srgbClr val="2E5E8C"/>
                </a:solidFill>
              </a:rPr>
              <a:t>•  </a:t>
            </a:r>
            <a:r>
              <a:rPr sz="3000" b="0" i="0">
                <a:solidFill>
                  <a:srgbClr val="222B36"/>
                </a:solidFill>
              </a:rPr>
              <a:t>Courage and obedience go together.</a:t>
            </a:r>
          </a:p>
          <a:p>
            <a:pPr>
              <a:spcAft>
                <a:spcPts val="1000"/>
              </a:spcAft>
            </a:pPr>
            <a:r>
              <a:rPr sz="2000" b="0" i="1">
                <a:solidFill>
                  <a:srgbClr val="6B7280"/>
                </a:solidFill>
              </a:rPr>
              <a:t>Read: Joshua 1:6-8; Psalm 1:1-3; Psalm 119:105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Fear not, for God goes with you</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Be not afraid, neither be thou dismayed.</a:t>
            </a:r>
          </a:p>
          <a:p>
            <a:pPr>
              <a:spcAft>
                <a:spcPts val="1800"/>
              </a:spcAft>
            </a:pPr>
            <a:r>
              <a:rPr sz="3000" b="1" i="0">
                <a:solidFill>
                  <a:srgbClr val="2E5E8C"/>
                </a:solidFill>
              </a:rPr>
              <a:t>•  </a:t>
            </a:r>
            <a:r>
              <a:rPr sz="3000" b="0" i="0">
                <a:solidFill>
                  <a:srgbClr val="222B36"/>
                </a:solidFill>
              </a:rPr>
              <a:t>The LORD thy God is with thee whithersoever thou goest.</a:t>
            </a:r>
          </a:p>
          <a:p>
            <a:pPr>
              <a:spcAft>
                <a:spcPts val="1000"/>
              </a:spcAft>
            </a:pPr>
            <a:r>
              <a:rPr sz="2000" b="0" i="1">
                <a:solidFill>
                  <a:srgbClr val="6B7280"/>
                </a:solidFill>
              </a:rPr>
              <a:t>Read: Joshua 1:9; Isaiah 41:10; Matthew 28:20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God repeated "be strong and of a good courage" three times?</a:t>
            </a:r>
          </a:p>
          <a:p>
            <a:pPr>
              <a:spcAft>
                <a:spcPts val="1800"/>
              </a:spcAft>
            </a:pPr>
            <a:r>
              <a:rPr sz="2800" b="1" i="0">
                <a:solidFill>
                  <a:srgbClr val="2E5E8C"/>
                </a:solidFill>
              </a:rPr>
              <a:t>2.  </a:t>
            </a:r>
            <a:r>
              <a:rPr sz="2800" b="0" i="0">
                <a:solidFill>
                  <a:srgbClr val="222B36"/>
                </a:solidFill>
              </a:rPr>
              <a:t>What "Jordan River" are you facing, a new or frightening step?</a:t>
            </a:r>
          </a:p>
          <a:p>
            <a:pPr>
              <a:spcAft>
                <a:spcPts val="1800"/>
              </a:spcAft>
            </a:pPr>
            <a:r>
              <a:rPr sz="2800" b="1" i="0">
                <a:solidFill>
                  <a:srgbClr val="2E5E8C"/>
                </a:solidFill>
              </a:rPr>
              <a:t>3.  </a:t>
            </a:r>
            <a:r>
              <a:rPr sz="2800" b="0" i="0">
                <a:solidFill>
                  <a:srgbClr val="222B36"/>
                </a:solidFill>
              </a:rPr>
              <a:t>How does knowing God's word give courage?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Strong and of a Good Courage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Is courage the absence of fear? If not, what is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