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lawyer wanted to know how small his circle of duty could be. "Who is my neighbour?" can be a way of asking, "Whom am I allowed not to love?" Jesus does not answer with a definition. He tells a story that exposes the question.</a:t>
            </a:r>
          </a:p>
          <a:p/>
          <a:p>
            <a:r>
              <a:t>“Many ask good questions with a design rather to justify themselves than to inform themselves” — Matthew Henry, Commentary on the Whole Bible, on Luke 10:25-37</a:t>
            </a:r>
          </a:p>
          <a:p/>
          <a:p>
            <a:r>
              <a:t>“Desirous to appear blameless, or to vindicate himself, and show that he had kept the law.” — Albert Barnes, Notes on the New Testament, on Luke 10:29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priest and the Levite saw the wounded man and "passed by on the other side." We are not told why; perhaps fear, hurry or religious rules. Then came a Samaritan, the last person the audience expected to be the hero. He "had compassion," and it cost him: his oil and wine, his donkey, his time, his money, and a promise to pay more.</a:t>
            </a:r>
          </a:p>
          <a:p/>
          <a:p>
            <a:r>
              <a:t>“to show that he was a person from whom a Jew had no right to expect any help or relief” — Adam Clarke, Commentary on the Bible, on Luke 10:33</a:t>
            </a:r>
          </a:p>
          <a:p/>
          <a:p>
            <a:r>
              <a:t>“the wine to cleanse the wounds, the oil to assuage their smartings” — David Brown, Commentary Critical and Explanatory on the Whole Bible (Jamieson, Fausset and Brown), on Luke 10:34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Jesus ends with his own question: "Which now of these three ... was neighbour unto him?" The lawyer could not bring himself to say "the Samaritan," only "he that shewed mercy." Jesus replied, "Go, and do thou likewise." The question is no longer "Who qualifies as my neighbour?" but "Whom can I be a neighbour to?"</a:t>
            </a:r>
          </a:p>
          <a:p/>
          <a:p>
            <a:r>
              <a:t>“Turning the question from, "Whom am I to love as my neighbour?" to "Who is the man that shows that love?"” — David Brown, Commentary Critical and Explanatory on the Whole Bible (Jamieson, Fausset and Brown), on Luke 10:36</a:t>
            </a:r>
          </a:p>
          <a:p/>
          <a:p>
            <a:r>
              <a:t>“It is the duty of every one of us, in our places, and according to our ability, to succour, help, and relieve all that are in distress and necessity” — Matthew Henry, Commentary on the Whole Bible, on Luke 10:25-37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Who Is My Neighbour?</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turns the question "Who is my neighbour?" into "Will I be a neighbour?", calling us to show mercy to anyone in need, across every boundary.</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Luke 10:25-37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10:25-37 (1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25 </a:t>
            </a:r>
            <a:r>
              <a:rPr sz="2800" b="0" i="0">
                <a:solidFill>
                  <a:srgbClr val="222B36"/>
                </a:solidFill>
              </a:rPr>
              <a:t>And, behold, a certain lawyer stood up, and tempted him, saying, Master, what shall I do to inherit eternal life? </a:t>
            </a:r>
            <a:r>
              <a:rPr sz="1600" b="1" i="0">
                <a:solidFill>
                  <a:srgbClr val="2E5E8C"/>
                </a:solidFill>
              </a:rPr>
              <a:t>26 </a:t>
            </a:r>
            <a:r>
              <a:rPr sz="2800" b="0" i="0">
                <a:solidFill>
                  <a:srgbClr val="222B36"/>
                </a:solidFill>
              </a:rPr>
              <a:t>He said unto him, What is written in the law? how readest thou? </a:t>
            </a:r>
            <a:r>
              <a:rPr sz="1600" b="1" i="0">
                <a:solidFill>
                  <a:srgbClr val="2E5E8C"/>
                </a:solidFill>
              </a:rPr>
              <a:t>27 </a:t>
            </a:r>
            <a:r>
              <a:rPr sz="2800" b="0" i="0">
                <a:solidFill>
                  <a:srgbClr val="222B36"/>
                </a:solidFill>
              </a:rPr>
              <a:t>And he answering said, Thou shalt love the Lord thy God with all thy heart, and with all thy soul, and with all thy strength, and with all thy mind; and thy neighbour as thyself.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10:25-37 (2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28 </a:t>
            </a:r>
            <a:r>
              <a:rPr sz="2800" b="0" i="0">
                <a:solidFill>
                  <a:srgbClr val="222B36"/>
                </a:solidFill>
              </a:rPr>
              <a:t>And he said unto him, Thou hast answered right: this do, and thou shalt live. </a:t>
            </a:r>
            <a:r>
              <a:rPr sz="1600" b="1" i="0">
                <a:solidFill>
                  <a:srgbClr val="2E5E8C"/>
                </a:solidFill>
              </a:rPr>
              <a:t>29 </a:t>
            </a:r>
            <a:r>
              <a:rPr sz="2800" b="0" i="0">
                <a:solidFill>
                  <a:srgbClr val="222B36"/>
                </a:solidFill>
              </a:rPr>
              <a:t>But he, willing to justify himself, said unto Jesus, And who is my neighbour? </a:t>
            </a:r>
            <a:r>
              <a:rPr sz="1600" b="1" i="0">
                <a:solidFill>
                  <a:srgbClr val="2E5E8C"/>
                </a:solidFill>
              </a:rPr>
              <a:t>30 </a:t>
            </a:r>
            <a:r>
              <a:rPr sz="2800" b="0" i="0">
                <a:solidFill>
                  <a:srgbClr val="222B36"/>
                </a:solidFill>
              </a:rPr>
              <a:t>And Jesus answering said, A certain  man went down from Jerusalem to Jericho, and fell among thieves, which stripped him of his raiment, and wounded him, and departed, leaving him half dead.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10:25-37 (3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31 </a:t>
            </a:r>
            <a:r>
              <a:rPr sz="2800" b="0" i="0">
                <a:solidFill>
                  <a:srgbClr val="222B36"/>
                </a:solidFill>
              </a:rPr>
              <a:t>And by chance there came down a certain priest that way: and when he saw him, he passed by on the other side. </a:t>
            </a:r>
            <a:r>
              <a:rPr sz="1600" b="1" i="0">
                <a:solidFill>
                  <a:srgbClr val="2E5E8C"/>
                </a:solidFill>
              </a:rPr>
              <a:t>32 </a:t>
            </a:r>
            <a:r>
              <a:rPr sz="2800" b="0" i="0">
                <a:solidFill>
                  <a:srgbClr val="222B36"/>
                </a:solidFill>
              </a:rPr>
              <a:t>And likewise a Levite, when he was at the place, came and looked on him, and passed by on the other side. </a:t>
            </a:r>
            <a:r>
              <a:rPr sz="1600" b="1" i="0">
                <a:solidFill>
                  <a:srgbClr val="2E5E8C"/>
                </a:solidFill>
              </a:rPr>
              <a:t>33 </a:t>
            </a:r>
            <a:r>
              <a:rPr sz="2800" b="0" i="0">
                <a:solidFill>
                  <a:srgbClr val="222B36"/>
                </a:solidFill>
              </a:rPr>
              <a:t>But a certain Samaritan, as he journeyed, came where he was: and when he saw him, he had compassion on him,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10:25-37 (4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34 </a:t>
            </a:r>
            <a:r>
              <a:rPr sz="2800" b="0" i="0">
                <a:solidFill>
                  <a:srgbClr val="222B36"/>
                </a:solidFill>
              </a:rPr>
              <a:t>And went to him, and bound up his wounds, pouring in oil and wine, and set him on his own beast, and brought him to an inn, and took care of him.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Luke 10:25-37 (5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35 </a:t>
            </a:r>
            <a:r>
              <a:rPr sz="2800" b="0" i="0">
                <a:solidFill>
                  <a:srgbClr val="222B36"/>
                </a:solidFill>
              </a:rPr>
              <a:t>And on the morrow when he departed, he took out two pence, and gave them to the host, and said unto him, Take care of him; and whatsoever thou spendest more, when I come again, I will repay thee. </a:t>
            </a:r>
            <a:r>
              <a:rPr sz="1600" b="1" i="0">
                <a:solidFill>
                  <a:srgbClr val="2E5E8C"/>
                </a:solidFill>
              </a:rPr>
              <a:t>36 </a:t>
            </a:r>
            <a:r>
              <a:rPr sz="2800" b="0" i="0">
                <a:solidFill>
                  <a:srgbClr val="222B36"/>
                </a:solidFill>
              </a:rPr>
              <a:t>Which now of these three, thinkest thou, was neighbour unto him that fell among the thieves? </a:t>
            </a:r>
            <a:r>
              <a:rPr sz="1600" b="1" i="0">
                <a:solidFill>
                  <a:srgbClr val="2E5E8C"/>
                </a:solidFill>
              </a:rPr>
              <a:t>37 </a:t>
            </a:r>
            <a:r>
              <a:rPr sz="2800" b="0" i="0">
                <a:solidFill>
                  <a:srgbClr val="222B36"/>
                </a:solidFill>
              </a:rPr>
              <a:t>And he said, He that shewed mercy on him. Then said Jesus unto him, Go, and do thou likewise.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The question behind the question</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He, willing to justify himself, said, "And who is my neighbour?"</a:t>
            </a:r>
          </a:p>
          <a:p>
            <a:pPr>
              <a:spcAft>
                <a:spcPts val="1800"/>
              </a:spcAft>
            </a:pPr>
            <a:r>
              <a:rPr sz="3000" b="1" i="0">
                <a:solidFill>
                  <a:srgbClr val="2E5E8C"/>
                </a:solidFill>
              </a:rPr>
              <a:t>•  </a:t>
            </a:r>
            <a:r>
              <a:rPr sz="3000" b="0" i="0">
                <a:solidFill>
                  <a:srgbClr val="222B36"/>
                </a:solidFill>
              </a:rPr>
              <a:t>"Who is my neighbour?" can mean, "Whom am I allowed not to love?"</a:t>
            </a:r>
          </a:p>
          <a:p>
            <a:pPr>
              <a:spcAft>
                <a:spcPts val="1000"/>
              </a:spcAft>
            </a:pPr>
            <a:r>
              <a:rPr sz="2000" b="0" i="1">
                <a:solidFill>
                  <a:srgbClr val="6B7280"/>
                </a:solidFill>
              </a:rPr>
              <a:t>Read: Luke 10:25-29; Leviticus 19:18; Matthew 22:37-40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Mercy crosses every boundary</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priest and the Levite passed by on the other side.</a:t>
            </a:r>
          </a:p>
          <a:p>
            <a:pPr>
              <a:spcAft>
                <a:spcPts val="1800"/>
              </a:spcAft>
            </a:pPr>
            <a:r>
              <a:rPr sz="3000" b="1" i="0">
                <a:solidFill>
                  <a:srgbClr val="2E5E8C"/>
                </a:solidFill>
              </a:rPr>
              <a:t>•  </a:t>
            </a:r>
            <a:r>
              <a:rPr sz="3000" b="0" i="0">
                <a:solidFill>
                  <a:srgbClr val="222B36"/>
                </a:solidFill>
              </a:rPr>
              <a:t>When the Samaritan saw him, he had compassion on him.</a:t>
            </a:r>
          </a:p>
          <a:p>
            <a:pPr>
              <a:spcAft>
                <a:spcPts val="1000"/>
              </a:spcAft>
            </a:pPr>
            <a:r>
              <a:rPr sz="2000" b="0" i="1">
                <a:solidFill>
                  <a:srgbClr val="6B7280"/>
                </a:solidFill>
              </a:rPr>
              <a:t>Read: Luke 10:30-35; Galatians 6:10; 1 John 3:17-18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Go and do likewise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He that shewed mercy on him was neighbour.</a:t>
            </a:r>
          </a:p>
          <a:p>
            <a:pPr>
              <a:spcAft>
                <a:spcPts val="1800"/>
              </a:spcAft>
            </a:pPr>
            <a:r>
              <a:rPr sz="3000" b="1" i="0">
                <a:solidFill>
                  <a:srgbClr val="2E5E8C"/>
                </a:solidFill>
              </a:rPr>
              <a:t>•  </a:t>
            </a:r>
            <a:r>
              <a:rPr sz="3000" b="0" i="0">
                <a:solidFill>
                  <a:srgbClr val="222B36"/>
                </a:solidFill>
              </a:rPr>
              <a:t>Go, and do thou likewise.</a:t>
            </a:r>
          </a:p>
          <a:p>
            <a:pPr>
              <a:spcAft>
                <a:spcPts val="1000"/>
              </a:spcAft>
            </a:pPr>
            <a:r>
              <a:rPr sz="2000" b="0" i="1">
                <a:solidFill>
                  <a:srgbClr val="6B7280"/>
                </a:solidFill>
              </a:rPr>
              <a:t>Read: Luke 10:36-37; Micah 6:8; James 2:14-17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Jesus made a Samaritan the hero of the story?</a:t>
            </a:r>
          </a:p>
          <a:p>
            <a:pPr>
              <a:spcAft>
                <a:spcPts val="1800"/>
              </a:spcAft>
            </a:pPr>
            <a:r>
              <a:rPr sz="2800" b="1" i="0">
                <a:solidFill>
                  <a:srgbClr val="2E5E8C"/>
                </a:solidFill>
              </a:rPr>
              <a:t>2.  </a:t>
            </a:r>
            <a:r>
              <a:rPr sz="2800" b="0" i="0">
                <a:solidFill>
                  <a:srgbClr val="222B36"/>
                </a:solidFill>
              </a:rPr>
              <a:t>What reasons might the priest and Levite have had for passing by? What reasons do we give?</a:t>
            </a:r>
          </a:p>
          <a:p>
            <a:pPr>
              <a:spcAft>
                <a:spcPts val="1800"/>
              </a:spcAft>
            </a:pPr>
            <a:r>
              <a:rPr sz="2800" b="1" i="0">
                <a:solidFill>
                  <a:srgbClr val="2E5E8C"/>
                </a:solidFill>
              </a:rPr>
              <a:t>3.  </a:t>
            </a:r>
            <a:r>
              <a:rPr sz="2800" b="0" i="0">
                <a:solidFill>
                  <a:srgbClr val="222B36"/>
                </a:solidFill>
              </a:rPr>
              <a:t>What did the Samaritan's mercy cost him? What does mercy usually cost 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Who Is My Neighbour?</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Who are the "wounded travellers" in our community, and how could our class be a neighbour to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