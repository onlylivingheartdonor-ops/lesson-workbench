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"They continued stedfastly in the apostles' doctrine and fellowship, and in breaking of bread, and in prayers" (v. 42). Four things marked the first church: learning God's word, sharing life together, eating together around Christ, and praying together. "Stedfastly" means they kept at it, not just on special occasions.</a:t>
            </a:r>
          </a:p>
          <a:p/>
          <a:p>
            <a:r>
              <a:t>“They received it, retained it, and acted on its principles.” — Adam Clarke, Commentary on the Bible, on Acts 2:42</a:t>
            </a:r>
          </a:p>
          <a:p/>
          <a:p>
            <a:r>
              <a:t>“Those who have given up their names to Christ must make conscience of hearing his word” — Matthew Henry, Commentary on the Whole Bible, on Acts 2:42-47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that believed were together, and had all things common" (v. 44). They sold possessions and goods to help "as every man had need." Fellowship was not just warm feelings on Sunday; it reached into wallets and homes. A church family looks after its members.</a:t>
            </a:r>
          </a:p>
          <a:p/>
          <a:p>
            <a:r>
              <a:t>“they sold as much as was necessary in order to procure the means of providing for the wants of each other.” — Albert Barnes, Notes on the New Testament, on Acts 2:45</a:t>
            </a:r>
          </a:p>
          <a:p/>
          <a:p>
            <a:r>
              <a:t>“It becomes Christians to be open-hearted and open-handed” — Matthew Henry, Commentary on the Whole Bible, on Acts 2:42-47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They met daily, in the temple and from house to house. They ate "with gladness and singleness of heart, praising God." They had favour with outsiders, and "the Lord added to the church daily such as should be saved" (v. 47). Notice who did the adding: the Lord. The church's part was to be the church; God brought the growth.</a:t>
            </a:r>
          </a:p>
          <a:p/>
          <a:p>
            <a:r>
              <a:t>“As the fountain whence they had derived all their spiritual and temporal blessings; seeing him in all things, and magnifying the work of his mercy.” — Adam Clarke, Commentary on the Bible, on Acts 2:47</a:t>
            </a:r>
          </a:p>
          <a:p/>
          <a:p>
            <a:r>
              <a:t>“It is God's work to add souls to the church” — Matthew Henry, Commentary on the Whole Bible, on Acts 2:42-47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They Continued Stedfastly</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The first church was devoted to God's word, fellowship, breaking of bread and prayer; it shared with those in need, praised God together, and God added to their number.</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Acts 2:42-47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Acts 2:42-47 (1 of 2)</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They Continued Stedfastly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42 </a:t>
            </a:r>
            <a:r>
              <a:rPr sz="2800" b="0" i="0">
                <a:solidFill>
                  <a:srgbClr val="222B36"/>
                </a:solidFill>
              </a:rPr>
              <a:t>And they continued stedfastly in the apostles’ doctrine and fellowship, and in breaking of bread, and in prayers. </a:t>
            </a:r>
            <a:r>
              <a:rPr sz="1600" b="1" i="0">
                <a:solidFill>
                  <a:srgbClr val="2E5E8C"/>
                </a:solidFill>
              </a:rPr>
              <a:t>43 </a:t>
            </a:r>
            <a:r>
              <a:rPr sz="2800" b="0" i="0">
                <a:solidFill>
                  <a:srgbClr val="222B36"/>
                </a:solidFill>
              </a:rPr>
              <a:t>And fear came upon every soul: and many wonders and signs were done by the apostles. </a:t>
            </a:r>
            <a:r>
              <a:rPr sz="1600" b="1" i="0">
                <a:solidFill>
                  <a:srgbClr val="2E5E8C"/>
                </a:solidFill>
              </a:rPr>
              <a:t>44 </a:t>
            </a:r>
            <a:r>
              <a:rPr sz="2800" b="0" i="0">
                <a:solidFill>
                  <a:srgbClr val="222B36"/>
                </a:solidFill>
              </a:rPr>
              <a:t>And all that believed were together, and had all things common; </a:t>
            </a:r>
            <a:r>
              <a:rPr sz="1600" b="1" i="0">
                <a:solidFill>
                  <a:srgbClr val="2E5E8C"/>
                </a:solidFill>
              </a:rPr>
              <a:t>45 </a:t>
            </a:r>
            <a:r>
              <a:rPr sz="2800" b="0" i="0">
                <a:solidFill>
                  <a:srgbClr val="222B36"/>
                </a:solidFill>
              </a:rPr>
              <a:t>And sold their possessions and goods, and parted them to all men, as every man had need.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Acts 2:42-47 (2 of 2)</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They Continued Stedfastly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46 </a:t>
            </a:r>
            <a:r>
              <a:rPr sz="2800" b="0" i="0">
                <a:solidFill>
                  <a:srgbClr val="222B36"/>
                </a:solidFill>
              </a:rPr>
              <a:t>And they, continuing daily with one accord in the temple, and breaking bread from house to house, did eat their meat with gladness and singleness of heart, </a:t>
            </a:r>
            <a:r>
              <a:rPr sz="1600" b="1" i="0">
                <a:solidFill>
                  <a:srgbClr val="2E5E8C"/>
                </a:solidFill>
              </a:rPr>
              <a:t>47 </a:t>
            </a:r>
            <a:r>
              <a:rPr sz="2800" b="0" i="0">
                <a:solidFill>
                  <a:srgbClr val="222B36"/>
                </a:solidFill>
              </a:rPr>
              <a:t>Praising God, and having favour with all the people. And the Lord added to the church daily such as should be saved.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Devoted to the essentials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They Continued Stedfastly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They continued stedfastly in the apostles' doctrine and fellowship.</a:t>
            </a:r>
          </a:p>
          <a:p>
            <a:pPr>
              <a:spcAft>
                <a:spcPts val="1800"/>
              </a:spcAft>
            </a:pPr>
            <a:r>
              <a:rPr sz="3000" b="1" i="0">
                <a:solidFill>
                  <a:srgbClr val="2E5E8C"/>
                </a:solidFill>
              </a:rPr>
              <a:t>•  </a:t>
            </a:r>
            <a:r>
              <a:rPr sz="3000" b="0" i="0">
                <a:solidFill>
                  <a:srgbClr val="222B36"/>
                </a:solidFill>
              </a:rPr>
              <a:t>They continued in breaking of bread, and in prayers.</a:t>
            </a:r>
          </a:p>
          <a:p>
            <a:pPr>
              <a:spcAft>
                <a:spcPts val="1000"/>
              </a:spcAft>
            </a:pPr>
            <a:r>
              <a:rPr sz="2000" b="0" i="1">
                <a:solidFill>
                  <a:srgbClr val="6B7280"/>
                </a:solidFill>
              </a:rPr>
              <a:t>Read: Acts 2:42-43; Hebrews 10:24-25; 1 John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Sharing with those in need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They Continued Stedfastly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They parted their goods to all, as every man had need.</a:t>
            </a:r>
          </a:p>
          <a:p>
            <a:pPr>
              <a:spcAft>
                <a:spcPts val="1800"/>
              </a:spcAft>
            </a:pPr>
            <a:r>
              <a:rPr sz="3000" b="1" i="0">
                <a:solidFill>
                  <a:srgbClr val="2E5E8C"/>
                </a:solidFill>
              </a:rPr>
              <a:t>•  </a:t>
            </a:r>
            <a:r>
              <a:rPr sz="3000" b="0" i="0">
                <a:solidFill>
                  <a:srgbClr val="222B36"/>
                </a:solidFill>
              </a:rPr>
              <a:t>Christian fellowship reaches into our wallets and homes.</a:t>
            </a:r>
          </a:p>
          <a:p>
            <a:pPr>
              <a:spcAft>
                <a:spcPts val="1000"/>
              </a:spcAft>
            </a:pPr>
            <a:r>
              <a:rPr sz="2000" b="0" i="1">
                <a:solidFill>
                  <a:srgbClr val="6B7280"/>
                </a:solidFill>
              </a:rPr>
              <a:t>Read: Acts 2:44-45; Acts 4:32-35; 1 John 3:17-18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Praising God, and God added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They Continued Stedfastly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They did eat their meat with gladness and singleness of heart.</a:t>
            </a:r>
          </a:p>
          <a:p>
            <a:pPr>
              <a:spcAft>
                <a:spcPts val="1800"/>
              </a:spcAft>
            </a:pPr>
            <a:r>
              <a:rPr sz="3000" b="1" i="0">
                <a:solidFill>
                  <a:srgbClr val="2E5E8C"/>
                </a:solidFill>
              </a:rPr>
              <a:t>•  </a:t>
            </a:r>
            <a:r>
              <a:rPr sz="3000" b="0" i="0">
                <a:solidFill>
                  <a:srgbClr val="222B36"/>
                </a:solidFill>
              </a:rPr>
              <a:t>The Lord added to the church daily such as should be saved.</a:t>
            </a:r>
          </a:p>
          <a:p>
            <a:pPr>
              <a:spcAft>
                <a:spcPts val="1000"/>
              </a:spcAft>
            </a:pPr>
            <a:r>
              <a:rPr sz="2000" b="0" i="1">
                <a:solidFill>
                  <a:srgbClr val="6B7280"/>
                </a:solidFill>
              </a:rPr>
              <a:t>Read: Acts 2:46-47; John 13:35; 1 Corinthians 3:6-7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They Continued Stedfastly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Which of the four things in verse 42 is strongest in our church? Which needs the most attention?</a:t>
            </a:r>
          </a:p>
          <a:p>
            <a:pPr>
              <a:spcAft>
                <a:spcPts val="1800"/>
              </a:spcAft>
            </a:pPr>
            <a:r>
              <a:rPr sz="2800" b="1" i="0">
                <a:solidFill>
                  <a:srgbClr val="2E5E8C"/>
                </a:solidFill>
              </a:rPr>
              <a:t>2.  </a:t>
            </a:r>
            <a:r>
              <a:rPr sz="2800" b="0" i="0">
                <a:solidFill>
                  <a:srgbClr val="222B36"/>
                </a:solidFill>
              </a:rPr>
              <a:t>What does "fellowship" mean beyond coffee after the service?</a:t>
            </a:r>
          </a:p>
          <a:p>
            <a:pPr>
              <a:spcAft>
                <a:spcPts val="1800"/>
              </a:spcAft>
            </a:pPr>
            <a:r>
              <a:rPr sz="2800" b="1" i="0">
                <a:solidFill>
                  <a:srgbClr val="2E5E8C"/>
                </a:solidFill>
              </a:rPr>
              <a:t>3.  </a:t>
            </a:r>
            <a:r>
              <a:rPr sz="2800" b="0" i="0">
                <a:solidFill>
                  <a:srgbClr val="222B36"/>
                </a:solidFill>
              </a:rPr>
              <a:t>How can our church care for members' practical needs today?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They Continued Stedfastly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Why do you think outsiders looked favourably on this church?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