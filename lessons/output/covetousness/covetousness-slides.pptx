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heed, and beware of covetousness: for a man's life consisteth not in the abundance of the things which he possesseth" (v. 15). Jesus warns against "all" covetousness, every kind. Our culture constantly tells us that the next purchase will satisfy. Jesus says that is a lie. Things cannot fill a soul made for God.</a:t>
            </a:r>
          </a:p>
          <a:p/>
          <a:p>
            <a:r>
              <a:t>“To imagine that a man's comfort and peace can depend upon temporal things; or to suppose that these can satisfy the wishes of an immortal spirit!” — Adam Clarke, Commentary on the Bible, on Luke 12:20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verses 17-19 the rich man talks only to himself. "I" and "my" fill his speech: my fruits, my barns, my goods, my soul. He plans to build bigger barns and then retire to ease. There is no thought of God, no thought of others, no thought of death. JFB lists the reasons Jesus calls him a fool, beginning with this one:</a:t>
            </a:r>
          </a:p>
          <a:p/>
          <a:p>
            <a:r>
              <a:t>“Because he deemed a life of secure and abundant earthly enjoyment the summit of human felicity.” — David Brown, Commentary Critical and Explanatory on the Whole Bible (Jamieson, Fausset and Brown), on Luke 12:16-19</a:t>
            </a:r>
          </a:p>
          <a:p/>
          <a:p>
            <a:r>
              <a:t>“Riches increase thought and perplexity.” — Albert Barnes, Notes on the New Testament, on Luke 12:17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"Thou fool, this night thy soul shall be required of thee." All his planning came to nothing in one night. Then Jesus applies the story: "So is he that layeth up treasure for himself, and is not rich toward God" (v. 21). Being rich toward God means investing our lives and resources in what he values: him, his kingdom, and people in need.</a:t>
            </a:r>
          </a:p>
          <a:p/>
          <a:p>
            <a:r>
              <a:t>“If there is any supreme folly, it is this. As though riches could prolong life, or avert for a moment the approach of pain and death.” — Albert Barnes, Notes on the New Testament, on Luke 12:20</a:t>
            </a:r>
          </a:p>
          <a:p/>
          <a:p>
            <a:r>
              <a:t>“Acquires riches for his own use--for himself. This is the characteristic of the covetous man.” — Albert Barnes, Notes on the New Testament, on Luke 12:21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Rich Toward God</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Life does not consist in the abundance of our possessions; the wise person is rich toward God, not just rich in things.</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Luke 12:13-21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12:13-21 (1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Rich Toward God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13 </a:t>
            </a:r>
            <a:r>
              <a:rPr sz="2800" b="0" i="0">
                <a:solidFill>
                  <a:srgbClr val="222B36"/>
                </a:solidFill>
              </a:rPr>
              <a:t>And one of the company said unto him, Master, speak to my brother, that he divide the inheritance with me. </a:t>
            </a:r>
            <a:r>
              <a:rPr sz="1600" b="1" i="0">
                <a:solidFill>
                  <a:srgbClr val="2E5E8C"/>
                </a:solidFill>
              </a:rPr>
              <a:t>14 </a:t>
            </a:r>
            <a:r>
              <a:rPr sz="2800" b="0" i="0">
                <a:solidFill>
                  <a:srgbClr val="222B36"/>
                </a:solidFill>
              </a:rPr>
              <a:t>And he said unto him, Man, who made me a judge or a divider over you? </a:t>
            </a:r>
            <a:r>
              <a:rPr sz="1600" b="1" i="0">
                <a:solidFill>
                  <a:srgbClr val="2E5E8C"/>
                </a:solidFill>
              </a:rPr>
              <a:t>15 </a:t>
            </a:r>
            <a:r>
              <a:rPr sz="2800" b="0" i="0">
                <a:solidFill>
                  <a:srgbClr val="222B36"/>
                </a:solidFill>
              </a:rPr>
              <a:t>And he said unto them, Take heed, and beware of covetousness: for a man’s life consisteth not in the abundance of the things which he possesseth.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12:13-21 (2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Rich Toward God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16 </a:t>
            </a:r>
            <a:r>
              <a:rPr sz="2800" b="0" i="0">
                <a:solidFill>
                  <a:srgbClr val="222B36"/>
                </a:solidFill>
              </a:rPr>
              <a:t>And he spake a parable unto them, saying, The ground of a certain rich man brought forth plentifully: </a:t>
            </a:r>
            <a:r>
              <a:rPr sz="1600" b="1" i="0">
                <a:solidFill>
                  <a:srgbClr val="2E5E8C"/>
                </a:solidFill>
              </a:rPr>
              <a:t>17 </a:t>
            </a:r>
            <a:r>
              <a:rPr sz="2800" b="0" i="0">
                <a:solidFill>
                  <a:srgbClr val="222B36"/>
                </a:solidFill>
              </a:rPr>
              <a:t>And he thought within himself, saying, What shall I do, because I have no room where to bestow my fruits? </a:t>
            </a:r>
            <a:r>
              <a:rPr sz="1600" b="1" i="0">
                <a:solidFill>
                  <a:srgbClr val="2E5E8C"/>
                </a:solidFill>
              </a:rPr>
              <a:t>18 </a:t>
            </a:r>
            <a:r>
              <a:rPr sz="2800" b="0" i="0">
                <a:solidFill>
                  <a:srgbClr val="222B36"/>
                </a:solidFill>
              </a:rPr>
              <a:t>And he said, This will I do: I will pull down my barns, and build greater; and there will I bestow all my fruits and my goods.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12:13-21 (3 of 3)</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Rich Toward God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19 </a:t>
            </a:r>
            <a:r>
              <a:rPr sz="2800" b="0" i="0">
                <a:solidFill>
                  <a:srgbClr val="222B36"/>
                </a:solidFill>
              </a:rPr>
              <a:t>And I will say to my soul, Soul, thou hast much goods laid up for many years; take thine ease, eat, drink, and be merry. </a:t>
            </a:r>
            <a:r>
              <a:rPr sz="1600" b="1" i="0">
                <a:solidFill>
                  <a:srgbClr val="2E5E8C"/>
                </a:solidFill>
              </a:rPr>
              <a:t>20 </a:t>
            </a:r>
            <a:r>
              <a:rPr sz="2800" b="0" i="0">
                <a:solidFill>
                  <a:srgbClr val="222B36"/>
                </a:solidFill>
              </a:rPr>
              <a:t>But God said unto him, Thou fool, this night thy soul shall be required of thee: then whose shall those things be, which thou hast provided? </a:t>
            </a:r>
            <a:r>
              <a:rPr sz="1600" b="1" i="0">
                <a:solidFill>
                  <a:srgbClr val="2E5E8C"/>
                </a:solidFill>
              </a:rPr>
              <a:t>21 </a:t>
            </a:r>
            <a:r>
              <a:rPr sz="2800" b="0" i="0">
                <a:solidFill>
                  <a:srgbClr val="222B36"/>
                </a:solidFill>
              </a:rPr>
              <a:t>So is he that layeth up treasure for himself, and is not rich toward God.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Life is more than possessions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Rich Toward God</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A man's life consisteth not in the abundance of the things which he possesseth.</a:t>
            </a:r>
          </a:p>
          <a:p>
            <a:pPr>
              <a:spcAft>
                <a:spcPts val="1800"/>
              </a:spcAft>
            </a:pPr>
            <a:r>
              <a:rPr sz="3000" b="1" i="0">
                <a:solidFill>
                  <a:srgbClr val="2E5E8C"/>
                </a:solidFill>
              </a:rPr>
              <a:t>•  </a:t>
            </a:r>
            <a:r>
              <a:rPr sz="3000" b="0" i="0">
                <a:solidFill>
                  <a:srgbClr val="222B36"/>
                </a:solidFill>
              </a:rPr>
              <a:t>Things cannot fill a soul made for God.</a:t>
            </a:r>
          </a:p>
          <a:p>
            <a:pPr>
              <a:spcAft>
                <a:spcPts val="1000"/>
              </a:spcAft>
            </a:pPr>
            <a:r>
              <a:rPr sz="2000" b="0" i="1">
                <a:solidFill>
                  <a:srgbClr val="6B7280"/>
                </a:solidFill>
              </a:rPr>
              <a:t>Read: Luke 12:13-15; Ecclesiastes 5:10; 1 Timothy 6:6-10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The rich man's plans left God out</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Rich Toward God</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rich man said, "I will pull down my barns, and build greater."</a:t>
            </a:r>
          </a:p>
          <a:p>
            <a:pPr>
              <a:spcAft>
                <a:spcPts val="1800"/>
              </a:spcAft>
            </a:pPr>
            <a:r>
              <a:rPr sz="3000" b="1" i="0">
                <a:solidFill>
                  <a:srgbClr val="2E5E8C"/>
                </a:solidFill>
              </a:rPr>
              <a:t>•  </a:t>
            </a:r>
            <a:r>
              <a:rPr sz="3000" b="0" i="0">
                <a:solidFill>
                  <a:srgbClr val="222B36"/>
                </a:solidFill>
              </a:rPr>
              <a:t>His plans left out God, others, and death.</a:t>
            </a:r>
          </a:p>
          <a:p>
            <a:pPr>
              <a:spcAft>
                <a:spcPts val="1000"/>
              </a:spcAft>
            </a:pPr>
            <a:r>
              <a:rPr sz="2000" b="0" i="1">
                <a:solidFill>
                  <a:srgbClr val="6B7280"/>
                </a:solidFill>
              </a:rPr>
              <a:t>Read: Luke 12:16-19; James 4:13-15; Proverbs 27:1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Be rich toward God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Rich Toward God</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Thou fool, this night thy soul shall be required of thee.</a:t>
            </a:r>
          </a:p>
          <a:p>
            <a:pPr>
              <a:spcAft>
                <a:spcPts val="1800"/>
              </a:spcAft>
            </a:pPr>
            <a:r>
              <a:rPr sz="3000" b="1" i="0">
                <a:solidFill>
                  <a:srgbClr val="2E5E8C"/>
                </a:solidFill>
              </a:rPr>
              <a:t>•  </a:t>
            </a:r>
            <a:r>
              <a:rPr sz="3000" b="0" i="0">
                <a:solidFill>
                  <a:srgbClr val="222B36"/>
                </a:solidFill>
              </a:rPr>
              <a:t>So is he that layeth up treasure for himself, and is not rich toward God.</a:t>
            </a:r>
          </a:p>
          <a:p>
            <a:pPr>
              <a:spcAft>
                <a:spcPts val="1000"/>
              </a:spcAft>
            </a:pPr>
            <a:r>
              <a:rPr sz="2000" b="0" i="1">
                <a:solidFill>
                  <a:srgbClr val="6B7280"/>
                </a:solidFill>
              </a:rPr>
              <a:t>Read: Luke 12:20-21; Matthew 6:19-21; 1 Timothy 6:17-19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Rich Toward God</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Was it wrong for the man to have a good harvest, or to build barns? What was wrong?</a:t>
            </a:r>
          </a:p>
          <a:p>
            <a:pPr>
              <a:spcAft>
                <a:spcPts val="1800"/>
              </a:spcAft>
            </a:pPr>
            <a:r>
              <a:rPr sz="2800" b="1" i="0">
                <a:solidFill>
                  <a:srgbClr val="2E5E8C"/>
                </a:solidFill>
              </a:rPr>
              <a:t>2.  </a:t>
            </a:r>
            <a:r>
              <a:rPr sz="2800" b="0" i="0">
                <a:solidFill>
                  <a:srgbClr val="222B36"/>
                </a:solidFill>
              </a:rPr>
              <a:t>How does our culture encourage covetousness?</a:t>
            </a:r>
          </a:p>
          <a:p>
            <a:pPr>
              <a:spcAft>
                <a:spcPts val="1800"/>
              </a:spcAft>
            </a:pPr>
            <a:r>
              <a:rPr sz="2800" b="1" i="0">
                <a:solidFill>
                  <a:srgbClr val="2E5E8C"/>
                </a:solidFill>
              </a:rPr>
              <a:t>3.  </a:t>
            </a:r>
            <a:r>
              <a:rPr sz="2800" b="0" i="0">
                <a:solidFill>
                  <a:srgbClr val="222B36"/>
                </a:solidFill>
              </a:rPr>
              <a:t>What would it look like in practice to be "rich toward God"?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Rich Toward God</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does remembering that life is short help us fight greed?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