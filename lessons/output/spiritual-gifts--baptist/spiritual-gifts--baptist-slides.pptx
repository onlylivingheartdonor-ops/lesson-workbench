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begins with a test: "no man can say that Jesus is the Lord, but by the Holy Ghost" (v. 3). The Spirit's first and greatest work is to bring people to honour Jesus. Any claimed spiritual experience that does not exalt Christ is not from the Holy Spirit.</a:t>
            </a:r>
          </a:p>
          <a:p/>
          <a:p>
            <a:r>
              <a:t>“The design of the passage is to give them some simple general guide by which they could at once recognize the operations of the Spirit of God” — Albert Barnes, Notes on the New Testament, on 1 Corinthians 12:3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diversities of gifts, but the same Spirit" (v. 4). Every believer is given some "manifestation of the Spirit ... to profit withal," that is, for the common good (v. 7). Gifts are not trophies to display but tools to serve others. No one has every gift, and no one has none.</a:t>
            </a:r>
          </a:p>
          <a:p/>
          <a:p>
            <a:r>
              <a:t>“Whatever gifts God has bestowed, or in what various ways soever the Spirit of God may have manifested himself, it is all for the common benefit of the Church.” — Adam Clarke, Commentary on the Bible, on 1 Corinthians 12:7</a:t>
            </a:r>
          </a:p>
          <a:p/>
          <a:p>
            <a:r>
              <a:t>“Gifts and graces, charismata and charis, greatly differ.” — Matthew Henry, Commentary on the Whole Bible, on 1 Corinthians 12:1-11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Baptists have taught that the miraculous "sign" gifts in this list (tongues, prophecy as new revelation, and gifts of healing and miracles) had a special purpose in the apostles' time: to confirm the gospel message before the New Testament was complete (Hebrews 2:3-4; 2 Corinthians 12:12). The church is built on the foundation of the apostles and prophets (Ephesians 2:20), and Scripture is now our complete guide. The Spirit still works powerfully. Every believer receives him at conversion (1 Corinthians 12:13) and is given gifts for service, such as teaching, encouraging, giving, leading, helping and showing mercy (Romans 12:6-8). God still heals and works wonders in answer to prayer, as he wills. Baptist churches today vary, and some are open to all the gifts, but all test everything by Scripture.</a:t>
            </a:r>
          </a:p>
          <a:p/>
          <a:p>
            <a:r>
              <a:t>“The signs of that Spirit in those days were visible and audible.” — Alexander Maclaren, Expositions of Holy Scripture, on 1 Corinthians 12:7</a:t>
            </a:r>
          </a:p>
          <a:p/>
          <a:p>
            <a:r>
              <a:t>“when the river first came into its bed, it came like the tide in Morecambe Bay, breast-high, with a roar and a rush. But it was quiet after that.” — Alexander Maclaren, Expositions of Holy Scripture, on 1 Corinthians 12:7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Gifts of the Spirit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The one Spirit gives every believer gifts for the common good; many Baptists hold that the miraculous sign gifts marked the apostles' age, while the Spirit's gifts for service continue in every church.</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1 Corinthians 12:1-11   ·   Baptist version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Now concerning spiritual gifts, brethren, I would not have you ignorant. </a:t>
            </a:r>
            <a:r>
              <a:rPr sz="1600" b="1" i="0">
                <a:solidFill>
                  <a:srgbClr val="2E5E8C"/>
                </a:solidFill>
              </a:rPr>
              <a:t>2 </a:t>
            </a:r>
            <a:r>
              <a:rPr sz="2800" b="0" i="0">
                <a:solidFill>
                  <a:srgbClr val="222B36"/>
                </a:solidFill>
              </a:rPr>
              <a:t>Ye know that ye were Gentiles, carried away unto these dumb idols, even as ye were led. </a:t>
            </a:r>
            <a:r>
              <a:rPr sz="1600" b="1" i="0">
                <a:solidFill>
                  <a:srgbClr val="2E5E8C"/>
                </a:solidFill>
              </a:rPr>
              <a:t>3 </a:t>
            </a:r>
            <a:r>
              <a:rPr sz="2800" b="0" i="0">
                <a:solidFill>
                  <a:srgbClr val="222B36"/>
                </a:solidFill>
              </a:rPr>
              <a:t>Wherefore I give you to understand, that no man speaking by the Spirit of God calleth Jesus accursed: and that no man can say that Jesus is the Lord, but by the Holy Ghost.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Now there are diversities of gifts, but the same Spirit. </a:t>
            </a:r>
            <a:r>
              <a:rPr sz="1600" b="1" i="0">
                <a:solidFill>
                  <a:srgbClr val="2E5E8C"/>
                </a:solidFill>
              </a:rPr>
              <a:t>5 </a:t>
            </a:r>
            <a:r>
              <a:rPr sz="2800" b="0" i="0">
                <a:solidFill>
                  <a:srgbClr val="222B36"/>
                </a:solidFill>
              </a:rPr>
              <a:t>And there are differences of administrations, but the same Lord. </a:t>
            </a:r>
            <a:r>
              <a:rPr sz="1600" b="1" i="0">
                <a:solidFill>
                  <a:srgbClr val="2E5E8C"/>
                </a:solidFill>
              </a:rPr>
              <a:t>6 </a:t>
            </a:r>
            <a:r>
              <a:rPr sz="2800" b="0" i="0">
                <a:solidFill>
                  <a:srgbClr val="222B36"/>
                </a:solidFill>
              </a:rPr>
              <a:t>And there are diversities of operations, but it is the same God which worketh all in all. </a:t>
            </a:r>
            <a:r>
              <a:rPr sz="1600" b="1" i="0">
                <a:solidFill>
                  <a:srgbClr val="2E5E8C"/>
                </a:solidFill>
              </a:rPr>
              <a:t>7 </a:t>
            </a:r>
            <a:r>
              <a:rPr sz="2800" b="0" i="0">
                <a:solidFill>
                  <a:srgbClr val="222B36"/>
                </a:solidFill>
              </a:rPr>
              <a:t>But the manifestation of the Spirit is given to every man to profit withal.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Corinthians 12:1-11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For to one is given by the Spirit the word of wisdom; to another the word of knowledge by the same Spirit; </a:t>
            </a:r>
            <a:r>
              <a:rPr sz="1600" b="1" i="0">
                <a:solidFill>
                  <a:srgbClr val="2E5E8C"/>
                </a:solidFill>
              </a:rPr>
              <a:t>9 </a:t>
            </a:r>
            <a:r>
              <a:rPr sz="2800" b="0" i="0">
                <a:solidFill>
                  <a:srgbClr val="222B36"/>
                </a:solidFill>
              </a:rPr>
              <a:t>To another faith by the same Spirit; to another the gifts of healing by the same Spirit; </a:t>
            </a:r>
            <a:r>
              <a:rPr sz="1600" b="1" i="0">
                <a:solidFill>
                  <a:srgbClr val="2E5E8C"/>
                </a:solidFill>
              </a:rPr>
              <a:t>10 </a:t>
            </a:r>
            <a:r>
              <a:rPr sz="2800" b="0" i="0">
                <a:solidFill>
                  <a:srgbClr val="222B36"/>
                </a:solidFill>
              </a:rPr>
              <a:t>To another the working of miracles; to another prophecy; to another discerning of spirits; to another divers kinds of tongues; to another the interpretation of tongues: </a:t>
            </a:r>
            <a:r>
              <a:rPr sz="1600" b="1" i="0">
                <a:solidFill>
                  <a:srgbClr val="2E5E8C"/>
                </a:solidFill>
              </a:rPr>
              <a:t>11 </a:t>
            </a:r>
            <a:r>
              <a:rPr sz="2800" b="0" i="0">
                <a:solidFill>
                  <a:srgbClr val="222B36"/>
                </a:solidFill>
              </a:rPr>
              <a:t>But all these worketh that one and the selfsame Spirit, dividing to every man severally as he will.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Spirit leads us to confess Jesus as Lord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No man can say that Jesus is the Lord, but by the Holy Ghost (Spirit).</a:t>
            </a:r>
          </a:p>
          <a:p>
            <a:pPr>
              <a:spcAft>
                <a:spcPts val="1800"/>
              </a:spcAft>
            </a:pPr>
            <a:r>
              <a:rPr sz="3000" b="1" i="0">
                <a:solidFill>
                  <a:srgbClr val="2E5E8C"/>
                </a:solidFill>
              </a:rPr>
              <a:t>•  </a:t>
            </a:r>
            <a:r>
              <a:rPr sz="3000" b="0" i="0">
                <a:solidFill>
                  <a:srgbClr val="222B36"/>
                </a:solidFill>
              </a:rPr>
              <a:t>The Spirit's first work is to honour (glorify) Jesus.</a:t>
            </a:r>
          </a:p>
          <a:p>
            <a:pPr>
              <a:spcAft>
                <a:spcPts val="1000"/>
              </a:spcAft>
            </a:pPr>
            <a:r>
              <a:rPr sz="2000" b="0" i="1">
                <a:solidFill>
                  <a:srgbClr val="6B7280"/>
                </a:solidFill>
              </a:rPr>
              <a:t>Read: 1 Corinthians 12:1-3; John 16:13-14; 1 John 4:1-3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One Spirit, many gifts, for the common good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There are diversities of gifts, but the same Spirit.</a:t>
            </a:r>
          </a:p>
          <a:p>
            <a:pPr>
              <a:spcAft>
                <a:spcPts val="1800"/>
              </a:spcAft>
            </a:pPr>
            <a:r>
              <a:rPr sz="3000" b="1" i="0">
                <a:solidFill>
                  <a:srgbClr val="2E5E8C"/>
                </a:solidFill>
              </a:rPr>
              <a:t>•  </a:t>
            </a:r>
            <a:r>
              <a:rPr sz="3000" b="0" i="0">
                <a:solidFill>
                  <a:srgbClr val="222B36"/>
                </a:solidFill>
              </a:rPr>
              <a:t>Gifts are given for the common good.</a:t>
            </a:r>
          </a:p>
          <a:p>
            <a:pPr>
              <a:spcAft>
                <a:spcPts val="1000"/>
              </a:spcAft>
            </a:pPr>
            <a:r>
              <a:rPr sz="2000" b="0" i="1">
                <a:solidFill>
                  <a:srgbClr val="6B7280"/>
                </a:solidFill>
              </a:rPr>
              <a:t>Read: 1 Corinthians 12:4-7; Romans 12:4-8; 1 Peter 4:10-11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The Spirit's gifts for service today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Every believer receives the Spirit at conversion.</a:t>
            </a:r>
          </a:p>
          <a:p>
            <a:pPr>
              <a:spcAft>
                <a:spcPts val="1800"/>
              </a:spcAft>
            </a:pPr>
            <a:r>
              <a:rPr sz="3000" b="1" i="0">
                <a:solidFill>
                  <a:srgbClr val="2E5E8C"/>
                </a:solidFill>
              </a:rPr>
              <a:t>•  </a:t>
            </a:r>
            <a:r>
              <a:rPr sz="3000" b="0" i="0">
                <a:solidFill>
                  <a:srgbClr val="222B36"/>
                </a:solidFill>
              </a:rPr>
              <a:t>The Spirit gives gifts for service in every church.</a:t>
            </a:r>
          </a:p>
          <a:p>
            <a:pPr>
              <a:spcAft>
                <a:spcPts val="1000"/>
              </a:spcAft>
            </a:pPr>
            <a:r>
              <a:rPr sz="2000" b="0" i="1">
                <a:solidFill>
                  <a:srgbClr val="6B7280"/>
                </a:solidFill>
              </a:rPr>
              <a:t>Read: Hebrews 2:3-4; Ephesians 2:20; 1 Corinthians 12:13; Romans 12:6-8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 all Christians agree about spiritual gifts, according to this passage?</a:t>
            </a:r>
          </a:p>
          <a:p>
            <a:pPr>
              <a:spcAft>
                <a:spcPts val="1800"/>
              </a:spcAft>
            </a:pPr>
            <a:r>
              <a:rPr sz="2800" b="1" i="0">
                <a:solidFill>
                  <a:srgbClr val="2E5E8C"/>
                </a:solidFill>
              </a:rPr>
              <a:t>2.  </a:t>
            </a:r>
            <a:r>
              <a:rPr sz="2800" b="0" i="0">
                <a:solidFill>
                  <a:srgbClr val="222B36"/>
                </a:solidFill>
              </a:rPr>
              <a:t>Why have many Baptists believed the miraculous sign gifts belonged especially to the apostles' time?</a:t>
            </a:r>
          </a:p>
          <a:p>
            <a:pPr>
              <a:spcAft>
                <a:spcPts val="1800"/>
              </a:spcAft>
            </a:pPr>
            <a:r>
              <a:rPr sz="2800" b="1" i="0">
                <a:solidFill>
                  <a:srgbClr val="2E5E8C"/>
                </a:solidFill>
              </a:rPr>
              <a:t>3.  </a:t>
            </a:r>
            <a:r>
              <a:rPr sz="2800" b="0" i="0">
                <a:solidFill>
                  <a:srgbClr val="222B36"/>
                </a:solidFill>
              </a:rPr>
              <a:t>What gifts has God given you, and how could you use one this week to serve others?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Gifts of the Spirit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hold our own convictions about the gifts while loving believers who see this differently?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