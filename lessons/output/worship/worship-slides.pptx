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woman raised a question about location, perhaps to change an uncomfortable subject. Jesus took her question seriously, but he moved past it. "The hour cometh" when place would not matter. Arguments about worship can become a way of avoiding God himself.</a:t>
            </a:r>
          </a:p>
          <a:p/>
          <a:p>
            <a:r>
              <a:t>“She ingeniously shifts the subject” — David Brown, Commentary Critical and Explanatory on the Whole Bible (Jamieson, Fausset and Brown), on John 4:19-20</a:t>
            </a:r>
          </a:p>
          <a:p/>
          <a:p>
            <a:r>
              <a:t>“Quarrels about religion are usually the most implacable of all quarrels.” — Matthew Henry, Commentary on the Whole Bible, on John 4:4-26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"God is a Spirit: and they that worship him must worship him in spirit and in truth" (v. 24). Worship "in spirit" comes from the heart and is not merely outward ceremony. Worship "in truth" responds to God as he has really revealed himself. Both are needed: heart without truth becomes emotion, and truth without heart becomes empty form. The Father is seeking such worshippers.</a:t>
            </a:r>
          </a:p>
          <a:p/>
          <a:p>
            <a:r>
              <a:t>“This is one of the first, the greatest, the most sublime, and necessary truths in the compass of nature!” — Adam Clarke, Commentary on the Bible, on John 4:24</a:t>
            </a:r>
          </a:p>
          <a:p/>
          <a:p>
            <a:r>
              <a:t>“Already there is so much light that God may be worshipped acceptably in any place.” — Albert Barnes, Notes on the New Testament, on John 4:23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woman said, "I know that Messias cometh." Jesus answered, "I that speak unto thee am he." It is one of the clearest statements of who he is anywhere in the Gospels. True worship is not just a correct method; it is meeting the person of Jesus Christ. The woman went straight back to her town and brought others to him (vv. 28-30).</a:t>
            </a:r>
          </a:p>
          <a:p/>
          <a:p>
            <a:r>
              <a:t>“Our Lord never spoke in such direct terms concerning himself to his own countrymen” — Adam Clarke, Commentary on the Bible, on John 4:26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Worship in Spirit and in Truth</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True worship is not about the right place but about the right heart and the right God, worship in spirit and in truth, centred on Jesus.</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John 4:19-26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John 4:19-26 (1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Worship in Spirit and in Truth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19 </a:t>
            </a:r>
            <a:r>
              <a:rPr sz="2800" b="0" i="0">
                <a:solidFill>
                  <a:srgbClr val="222B36"/>
                </a:solidFill>
              </a:rPr>
              <a:t>The woman saith unto him, Sir, I perceive that thou art a prophet. </a:t>
            </a:r>
            <a:r>
              <a:rPr sz="1600" b="1" i="0">
                <a:solidFill>
                  <a:srgbClr val="2E5E8C"/>
                </a:solidFill>
              </a:rPr>
              <a:t>20 </a:t>
            </a:r>
            <a:r>
              <a:rPr sz="2800" b="0" i="0">
                <a:solidFill>
                  <a:srgbClr val="222B36"/>
                </a:solidFill>
              </a:rPr>
              <a:t>Our fathers worshipped in this mountain; and ye say, that in Jerusalem is the place where men ought to worship. </a:t>
            </a:r>
            <a:r>
              <a:rPr sz="1600" b="1" i="0">
                <a:solidFill>
                  <a:srgbClr val="2E5E8C"/>
                </a:solidFill>
              </a:rPr>
              <a:t>21 </a:t>
            </a:r>
            <a:r>
              <a:rPr sz="2800" b="0" i="0">
                <a:solidFill>
                  <a:srgbClr val="222B36"/>
                </a:solidFill>
              </a:rPr>
              <a:t>Jesus saith unto her, Woman, believe me, the hour cometh, when ye shall neither in this mountain, nor yet at Jerusalem, worship the Father.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John 4:19-26 (2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Worship in Spirit and in Truth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22 </a:t>
            </a:r>
            <a:r>
              <a:rPr sz="2800" b="0" i="0">
                <a:solidFill>
                  <a:srgbClr val="222B36"/>
                </a:solidFill>
              </a:rPr>
              <a:t>Ye worship ye know not what: we know what we worship: for salvation is of the Jews. </a:t>
            </a:r>
            <a:r>
              <a:rPr sz="1600" b="1" i="0">
                <a:solidFill>
                  <a:srgbClr val="2E5E8C"/>
                </a:solidFill>
              </a:rPr>
              <a:t>23 </a:t>
            </a:r>
            <a:r>
              <a:rPr sz="2800" b="0" i="0">
                <a:solidFill>
                  <a:srgbClr val="222B36"/>
                </a:solidFill>
              </a:rPr>
              <a:t>But the hour cometh, and now is, when the true worshippers shall worship the Father in spirit and in truth: for the Father seeketh such to worship him. </a:t>
            </a:r>
            <a:r>
              <a:rPr sz="1600" b="1" i="0">
                <a:solidFill>
                  <a:srgbClr val="2E5E8C"/>
                </a:solidFill>
              </a:rPr>
              <a:t>24 </a:t>
            </a:r>
            <a:r>
              <a:rPr sz="2800" b="0" i="0">
                <a:solidFill>
                  <a:srgbClr val="222B36"/>
                </a:solidFill>
              </a:rPr>
              <a:t>God is a Spirit: and they that worship him must worship him in spirit and in truth.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John 4:19-26 (3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Worship in Spirit and in Truth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25 </a:t>
            </a:r>
            <a:r>
              <a:rPr sz="2800" b="0" i="0">
                <a:solidFill>
                  <a:srgbClr val="222B36"/>
                </a:solidFill>
              </a:rPr>
              <a:t>The woman saith unto him, I know that Messias cometh, which is called Christ: when he is come, he will tell us all things. </a:t>
            </a:r>
            <a:r>
              <a:rPr sz="1600" b="1" i="0">
                <a:solidFill>
                  <a:srgbClr val="2E5E8C"/>
                </a:solidFill>
              </a:rPr>
              <a:t>26 </a:t>
            </a:r>
            <a:r>
              <a:rPr sz="2800" b="0" i="0">
                <a:solidFill>
                  <a:srgbClr val="222B36"/>
                </a:solidFill>
              </a:rPr>
              <a:t>Jesus saith unto her, I that speak unto thee am he.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Worship is not about the right mountain</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Worship in Spirit and in Truth</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 woman asked whether to worship on the mountain or in Jerusalem.</a:t>
            </a:r>
          </a:p>
          <a:p>
            <a:pPr>
              <a:spcAft>
                <a:spcPts val="1800"/>
              </a:spcAft>
            </a:pPr>
            <a:r>
              <a:rPr sz="3000" b="1" i="0">
                <a:solidFill>
                  <a:srgbClr val="2E5E8C"/>
                </a:solidFill>
              </a:rPr>
              <a:t>•  </a:t>
            </a:r>
            <a:r>
              <a:rPr sz="3000" b="0" i="0">
                <a:solidFill>
                  <a:srgbClr val="222B36"/>
                </a:solidFill>
              </a:rPr>
              <a:t>Arguments about worship can be a way of avoiding God himself.</a:t>
            </a:r>
          </a:p>
          <a:p>
            <a:pPr>
              <a:spcAft>
                <a:spcPts val="1000"/>
              </a:spcAft>
            </a:pPr>
            <a:r>
              <a:rPr sz="2000" b="0" i="1">
                <a:solidFill>
                  <a:srgbClr val="6B7280"/>
                </a:solidFill>
              </a:rPr>
              <a:t>Read: John 4:19-21; Acts 17:24-25; Malachi 1:11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Worship in spirit and in truth</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Worship in Spirit and in Truth</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God is a Spirit: and they that worship him must worship him in spirit and in truth.</a:t>
            </a:r>
          </a:p>
          <a:p>
            <a:pPr>
              <a:spcAft>
                <a:spcPts val="1800"/>
              </a:spcAft>
            </a:pPr>
            <a:r>
              <a:rPr sz="3000" b="1" i="0">
                <a:solidFill>
                  <a:srgbClr val="2E5E8C"/>
                </a:solidFill>
              </a:rPr>
              <a:t>•  </a:t>
            </a:r>
            <a:r>
              <a:rPr sz="3000" b="0" i="0">
                <a:solidFill>
                  <a:srgbClr val="222B36"/>
                </a:solidFill>
              </a:rPr>
              <a:t>The Father seeketh (seeks) such to worship him.</a:t>
            </a:r>
          </a:p>
          <a:p>
            <a:pPr>
              <a:spcAft>
                <a:spcPts val="1000"/>
              </a:spcAft>
            </a:pPr>
            <a:r>
              <a:rPr sz="2000" b="0" i="1">
                <a:solidFill>
                  <a:srgbClr val="6B7280"/>
                </a:solidFill>
              </a:rPr>
              <a:t>Read: John 4:22-24; Psalm 51:16-17; Romans 12:1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True worship centres on Jesus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Worship in Spirit and in Truth</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Jesus said, "I that speak unto thee am he."</a:t>
            </a:r>
          </a:p>
          <a:p>
            <a:pPr>
              <a:spcAft>
                <a:spcPts val="1800"/>
              </a:spcAft>
            </a:pPr>
            <a:r>
              <a:rPr sz="3000" b="1" i="0">
                <a:solidFill>
                  <a:srgbClr val="2E5E8C"/>
                </a:solidFill>
              </a:rPr>
              <a:t>•  </a:t>
            </a:r>
            <a:r>
              <a:rPr sz="3000" b="0" i="0">
                <a:solidFill>
                  <a:srgbClr val="222B36"/>
                </a:solidFill>
              </a:rPr>
              <a:t>True worship is meeting the person of Jesus Christ.</a:t>
            </a:r>
          </a:p>
          <a:p>
            <a:pPr>
              <a:spcAft>
                <a:spcPts val="1000"/>
              </a:spcAft>
            </a:pPr>
            <a:r>
              <a:rPr sz="2000" b="0" i="1">
                <a:solidFill>
                  <a:srgbClr val="6B7280"/>
                </a:solidFill>
              </a:rPr>
              <a:t>Read: John 4:25-26; John 14:6; Philippians 2:9-11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Worship in Spirit and in Truth</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Why do you think the woman brought up the question about the right mountain?</a:t>
            </a:r>
          </a:p>
          <a:p>
            <a:pPr>
              <a:spcAft>
                <a:spcPts val="1800"/>
              </a:spcAft>
            </a:pPr>
            <a:r>
              <a:rPr sz="2800" b="1" i="0">
                <a:solidFill>
                  <a:srgbClr val="2E5E8C"/>
                </a:solidFill>
              </a:rPr>
              <a:t>2.  </a:t>
            </a:r>
            <a:r>
              <a:rPr sz="2800" b="0" i="0">
                <a:solidFill>
                  <a:srgbClr val="222B36"/>
                </a:solidFill>
              </a:rPr>
              <a:t>What does "in spirit" add to worship? What does "in truth" add?</a:t>
            </a:r>
          </a:p>
          <a:p>
            <a:pPr>
              <a:spcAft>
                <a:spcPts val="1800"/>
              </a:spcAft>
            </a:pPr>
            <a:r>
              <a:rPr sz="2800" b="1" i="0">
                <a:solidFill>
                  <a:srgbClr val="2E5E8C"/>
                </a:solidFill>
              </a:rPr>
              <a:t>3.  </a:t>
            </a:r>
            <a:r>
              <a:rPr sz="2800" b="0" i="0">
                <a:solidFill>
                  <a:srgbClr val="222B36"/>
                </a:solidFill>
              </a:rPr>
              <a:t>What worship arguments do Christians have today, and how might Jesus' words help 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Worship in Spirit and in Truth</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What would it look like for you to worship "in spirit and in truth" this coming Sunday?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