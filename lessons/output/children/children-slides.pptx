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O Israel: The LORD our God is one LORD: and thou shalt love the LORD thy God with all thine heart, and with all thy soul, and with all thy might" (vv. 4-5). Before parenting advice comes the foundation: there is one God, and he deserves our whole love. We cannot pass on what we do not have.</a:t>
            </a:r>
          </a:p>
          <a:p/>
          <a:p>
            <a:r>
              <a:t>“A brief summary of religion, containing the first principles of faith and obedience” — Matthew Henry, Commentary on the Whole Bible, on Deuteronomy 6:4-16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these words ... shall be in thine heart" (v. 6). Teaching children begins with the teacher's own heart. Children quickly sense whether faith is real to us or just a Sunday habit. Adam Clarke puts it simply:</a:t>
            </a:r>
          </a:p>
          <a:p/>
          <a:p>
            <a:r>
              <a:t>“For where else can love be? If it be not in the heart, it exists not.” — Adam Clarke, Commentary on the Bible, on Deuteronomy 6:6</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"Thou shalt teach them diligently unto thy children, and shalt talk of them when thou sittest in thine house, and when thou walkest by the way, and when thou liest down, and when thou risest up" (v. 7). Clarke notes the Hebrew word for "teach diligently" means to repeat again and again, the way a blade is sharpened. Faith is passed on mostly in ordinary moments: meals, car rides, bedtimes and daily conversation.</a:t>
            </a:r>
          </a:p>
          <a:p/>
          <a:p>
            <a:r>
              <a:t>“to repeat, iterate, or do a thing again and again; hence to whet or sharpen any instrument” — Adam Clarke, Commentary on the Bible, on Deuteronomy 6:7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Teach Them Diligently</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Faith is passed to the next generation when God's word is first in our own hearts and then woven into everyday family life.</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Deuteronomy 6:4-9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Deuteronomy 6:4-9 (1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4 </a:t>
            </a:r>
            <a:r>
              <a:rPr sz="2800" b="0" i="0">
                <a:solidFill>
                  <a:srgbClr val="222B36"/>
                </a:solidFill>
              </a:rPr>
              <a:t>Hear, O Israel: The LORD our God is one LORD: </a:t>
            </a:r>
            <a:r>
              <a:rPr sz="1600" b="1" i="0">
                <a:solidFill>
                  <a:srgbClr val="2E5E8C"/>
                </a:solidFill>
              </a:rPr>
              <a:t>5 </a:t>
            </a:r>
            <a:r>
              <a:rPr sz="2800" b="0" i="0">
                <a:solidFill>
                  <a:srgbClr val="222B36"/>
                </a:solidFill>
              </a:rPr>
              <a:t>And thou shalt love the LORD thy God with all thine heart, and with all thy soul, and with all thy might. </a:t>
            </a:r>
            <a:r>
              <a:rPr sz="1600" b="1" i="0">
                <a:solidFill>
                  <a:srgbClr val="2E5E8C"/>
                </a:solidFill>
              </a:rPr>
              <a:t>6 </a:t>
            </a:r>
            <a:r>
              <a:rPr sz="2800" b="0" i="0">
                <a:solidFill>
                  <a:srgbClr val="222B36"/>
                </a:solidFill>
              </a:rPr>
              <a:t>And these words, which I command thee this day, shall be in thine heart: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Deuteronomy 6:4-9 (2 of 2)</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7 </a:t>
            </a:r>
            <a:r>
              <a:rPr sz="2800" b="0" i="0">
                <a:solidFill>
                  <a:srgbClr val="222B36"/>
                </a:solidFill>
              </a:rPr>
              <a:t>And thou shalt teach them diligently unto thy children, and shalt talk of them when thou sittest in thine house, and when thou walkest by the way, and when thou liest down, and when thou risest up. </a:t>
            </a:r>
            <a:r>
              <a:rPr sz="1600" b="1" i="0">
                <a:solidFill>
                  <a:srgbClr val="2E5E8C"/>
                </a:solidFill>
              </a:rPr>
              <a:t>8 </a:t>
            </a:r>
            <a:r>
              <a:rPr sz="2800" b="0" i="0">
                <a:solidFill>
                  <a:srgbClr val="222B36"/>
                </a:solidFill>
              </a:rPr>
              <a:t>And thou shalt bind them for a sign upon thine hand, and they shall be as frontlets between thine eyes. </a:t>
            </a:r>
            <a:r>
              <a:rPr sz="1600" b="1" i="0">
                <a:solidFill>
                  <a:srgbClr val="2E5E8C"/>
                </a:solidFill>
              </a:rPr>
              <a:t>9 </a:t>
            </a:r>
            <a:r>
              <a:rPr sz="2800" b="0" i="0">
                <a:solidFill>
                  <a:srgbClr val="222B36"/>
                </a:solidFill>
              </a:rPr>
              <a:t>And thou shalt write them upon the posts of thy house, and on thy gates.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Love God with everything</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LORD our God is one LORD.</a:t>
            </a:r>
          </a:p>
          <a:p>
            <a:pPr>
              <a:spcAft>
                <a:spcPts val="1800"/>
              </a:spcAft>
            </a:pPr>
            <a:r>
              <a:rPr sz="3000" b="1" i="0">
                <a:solidFill>
                  <a:srgbClr val="2E5E8C"/>
                </a:solidFill>
              </a:rPr>
              <a:t>•  </a:t>
            </a:r>
            <a:r>
              <a:rPr sz="3000" b="0" i="0">
                <a:solidFill>
                  <a:srgbClr val="222B36"/>
                </a:solidFill>
              </a:rPr>
              <a:t>Love the LORD thy God with all thine heart, soul, and might.</a:t>
            </a:r>
          </a:p>
          <a:p>
            <a:pPr>
              <a:spcAft>
                <a:spcPts val="1000"/>
              </a:spcAft>
            </a:pPr>
            <a:r>
              <a:rPr sz="2000" b="0" i="1">
                <a:solidFill>
                  <a:srgbClr val="6B7280"/>
                </a:solidFill>
              </a:rPr>
              <a:t>Read: Deuteronomy 6:4-5; Matthew 22:37-38; Mark 12:29-30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God's word first in our own hearts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These words shall be in thine heart.</a:t>
            </a:r>
          </a:p>
          <a:p>
            <a:pPr>
              <a:spcAft>
                <a:spcPts val="1800"/>
              </a:spcAft>
            </a:pPr>
            <a:r>
              <a:rPr sz="3000" b="1" i="0">
                <a:solidFill>
                  <a:srgbClr val="2E5E8C"/>
                </a:solidFill>
              </a:rPr>
              <a:t>•  </a:t>
            </a:r>
            <a:r>
              <a:rPr sz="3000" b="0" i="0">
                <a:solidFill>
                  <a:srgbClr val="222B36"/>
                </a:solidFill>
              </a:rPr>
              <a:t>We cannot pass on a faith we do not have.</a:t>
            </a:r>
          </a:p>
          <a:p>
            <a:pPr>
              <a:spcAft>
                <a:spcPts val="1000"/>
              </a:spcAft>
            </a:pPr>
            <a:r>
              <a:rPr sz="2000" b="0" i="1">
                <a:solidFill>
                  <a:srgbClr val="6B7280"/>
                </a:solidFill>
              </a:rPr>
              <a:t>Read: Deuteronomy 6:6; Psalm 119:11; 2 Timothy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Teach diligently in everyday life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Thou shalt teach them diligently unto thy children.</a:t>
            </a:r>
          </a:p>
          <a:p>
            <a:pPr>
              <a:spcAft>
                <a:spcPts val="1800"/>
              </a:spcAft>
            </a:pPr>
            <a:r>
              <a:rPr sz="3000" b="1" i="0">
                <a:solidFill>
                  <a:srgbClr val="2E5E8C"/>
                </a:solidFill>
              </a:rPr>
              <a:t>•  </a:t>
            </a:r>
            <a:r>
              <a:rPr sz="3000" b="0" i="0">
                <a:solidFill>
                  <a:srgbClr val="222B36"/>
                </a:solidFill>
              </a:rPr>
              <a:t>Faith is passed on mostly in ordinary (everyday) moments.</a:t>
            </a:r>
          </a:p>
          <a:p>
            <a:pPr>
              <a:spcAft>
                <a:spcPts val="1000"/>
              </a:spcAft>
            </a:pPr>
            <a:r>
              <a:rPr sz="2000" b="0" i="1">
                <a:solidFill>
                  <a:srgbClr val="6B7280"/>
                </a:solidFill>
              </a:rPr>
              <a:t>Read: Deuteronomy 6:7-9; Proverbs 22:6; Ephesians 6:4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do you think the command to love God comes before the command to teach children?</a:t>
            </a:r>
          </a:p>
          <a:p>
            <a:pPr>
              <a:spcAft>
                <a:spcPts val="1800"/>
              </a:spcAft>
            </a:pPr>
            <a:r>
              <a:rPr sz="2800" b="1" i="0">
                <a:solidFill>
                  <a:srgbClr val="2E5E8C"/>
                </a:solidFill>
              </a:rPr>
              <a:t>2.  </a:t>
            </a:r>
            <a:r>
              <a:rPr sz="2800" b="0" i="0">
                <a:solidFill>
                  <a:srgbClr val="222B36"/>
                </a:solidFill>
              </a:rPr>
              <a:t>What are the "sitting, walking, lying down, rising up" moments in a family's life today?</a:t>
            </a:r>
          </a:p>
          <a:p>
            <a:pPr>
              <a:spcAft>
                <a:spcPts val="1800"/>
              </a:spcAft>
            </a:pPr>
            <a:r>
              <a:rPr sz="2800" b="1" i="0">
                <a:solidFill>
                  <a:srgbClr val="2E5E8C"/>
                </a:solidFill>
              </a:rPr>
              <a:t>3.  </a:t>
            </a:r>
            <a:r>
              <a:rPr sz="2800" b="0" i="0">
                <a:solidFill>
                  <a:srgbClr val="222B36"/>
                </a:solidFill>
              </a:rPr>
              <a:t>What helped faith become real to you as a child, and what did not?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Them Diligently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can those without children at home take part in passing on the faith?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