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Paul is brutally honest. If Christ is not risen, preaching is empty, faith is empty, the apostles are liars, we are still in our sins, and believers who have died are lost (vv. 14-18). If our hope in Christ is for this life only, we are of all people most to be pitied. Christianity is not just good advice; it stands on an event in history.</a:t>
            </a:r>
          </a:p>
          <a:p/>
          <a:p>
            <a:r>
              <a:t>“Our whole doctrine is useless, nugatory and false.” — Adam Clarke, Commentary on the Bible, on 1 Corinthians 15:14</a:t>
            </a:r>
          </a:p>
          <a:p/>
          <a:p>
            <a:r>
              <a:t>“their faith was vain, because, if Christ was not raised up, they were yet unpardoned sinners.” — Albert Barnes, Notes on the New Testament, on 1 Corinthians 15:17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Verse 20 turns the whole chapter: "But now is Christ risen from the dead." Paul has looked into the abyss of a world without the resurrection, and he steps back onto solid ground. The tomb was empty, and many witnesses saw the risen Lord. Everything Paul feared in verses 14-19 is reversed.</a:t>
            </a:r>
          </a:p>
          <a:p/>
          <a:p>
            <a:r>
              <a:t>“This language is the bursting forth of a full heart and of overpowering conviction.” — Albert Barnes, Notes on the New Testament, on 1 Corinthians 15:20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Christ is the "firstfruits of them that slept." The firstfruits were the first sheaf of the harvest, offered to God as a pledge that the whole harvest would follow. Jesus' resurrection guarantees ours. Death came through Adam; life comes through Christ. That is why believers who die are said to have "fallen asleep."</a:t>
            </a:r>
          </a:p>
          <a:p/>
          <a:p>
            <a:r>
              <a:t>“Mortality came by Adam, immortality by Christ; so sure as all have been subjected to natural death by Adam, so sure shall all be raised again by Christ Jesus.” — Adam Clarke, Commentary on the Bible, on 1 Corinthians 15:21</a:t>
            </a:r>
          </a:p>
          <a:p/>
          <a:p>
            <a:r>
              <a:t>“In Christ's case the term used is death, to assure us of the reality of His suffering; in our case, sleep, to give us consolation” — Andrew Robert Fausset, Commentary Critical and Explanatory on the Whole Bible (Jamieson, Fausset and Brown), on 1 Corinthians 15:18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But Now Is Christ Risen</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Christianity stands or falls on the resurrection of Jesus, and because he is risen, our faith is not in vain and death is not the end.</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1 Corinthians 15:12-22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Corinthians 15:12-22 (1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But Now Is Christ Risen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12 </a:t>
            </a:r>
            <a:r>
              <a:rPr sz="2800" b="0" i="0">
                <a:solidFill>
                  <a:srgbClr val="222B36"/>
                </a:solidFill>
              </a:rPr>
              <a:t>Now if Christ be preached that he rose from the dead, how say some among you that there is no resurrection of the dead? </a:t>
            </a:r>
            <a:r>
              <a:rPr sz="1600" b="1" i="0">
                <a:solidFill>
                  <a:srgbClr val="2E5E8C"/>
                </a:solidFill>
              </a:rPr>
              <a:t>13 </a:t>
            </a:r>
            <a:r>
              <a:rPr sz="2800" b="0" i="0">
                <a:solidFill>
                  <a:srgbClr val="222B36"/>
                </a:solidFill>
              </a:rPr>
              <a:t>But if there be no resurrection of the dead, then is Christ not risen: </a:t>
            </a:r>
            <a:r>
              <a:rPr sz="1600" b="1" i="0">
                <a:solidFill>
                  <a:srgbClr val="2E5E8C"/>
                </a:solidFill>
              </a:rPr>
              <a:t>14 </a:t>
            </a:r>
            <a:r>
              <a:rPr sz="2800" b="0" i="0">
                <a:solidFill>
                  <a:srgbClr val="222B36"/>
                </a:solidFill>
              </a:rPr>
              <a:t>And if Christ be not risen, then is our preaching vain, and your faith is also vain.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Corinthians 15:12-22 (2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But Now Is Christ Risen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15 </a:t>
            </a:r>
            <a:r>
              <a:rPr sz="2800" b="0" i="0">
                <a:solidFill>
                  <a:srgbClr val="222B36"/>
                </a:solidFill>
              </a:rPr>
              <a:t>Yea, and we are found false witnesses of God; because we have testified of God that he raised up Christ: whom he raised not up, if so be that the dead rise not. </a:t>
            </a:r>
            <a:r>
              <a:rPr sz="1600" b="1" i="0">
                <a:solidFill>
                  <a:srgbClr val="2E5E8C"/>
                </a:solidFill>
              </a:rPr>
              <a:t>16 </a:t>
            </a:r>
            <a:r>
              <a:rPr sz="2800" b="0" i="0">
                <a:solidFill>
                  <a:srgbClr val="222B36"/>
                </a:solidFill>
              </a:rPr>
              <a:t>For if the dead rise not, then is not Christ raised: </a:t>
            </a:r>
            <a:r>
              <a:rPr sz="1600" b="1" i="0">
                <a:solidFill>
                  <a:srgbClr val="2E5E8C"/>
                </a:solidFill>
              </a:rPr>
              <a:t>17 </a:t>
            </a:r>
            <a:r>
              <a:rPr sz="2800" b="0" i="0">
                <a:solidFill>
                  <a:srgbClr val="222B36"/>
                </a:solidFill>
              </a:rPr>
              <a:t>And if Christ be not raised, your faith is vain; ye are yet in your sins.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Corinthians 15:12-22 (3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But Now Is Christ Risen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18 </a:t>
            </a:r>
            <a:r>
              <a:rPr sz="2800" b="0" i="0">
                <a:solidFill>
                  <a:srgbClr val="222B36"/>
                </a:solidFill>
              </a:rPr>
              <a:t>Then they also which are fallen asleep in Christ are perished. </a:t>
            </a:r>
            <a:r>
              <a:rPr sz="1600" b="1" i="0">
                <a:solidFill>
                  <a:srgbClr val="2E5E8C"/>
                </a:solidFill>
              </a:rPr>
              <a:t>19 </a:t>
            </a:r>
            <a:r>
              <a:rPr sz="2800" b="0" i="0">
                <a:solidFill>
                  <a:srgbClr val="222B36"/>
                </a:solidFill>
              </a:rPr>
              <a:t>If in this life only we have hope in Christ, we are of all men most miserable. </a:t>
            </a:r>
            <a:r>
              <a:rPr sz="1600" b="1" i="0">
                <a:solidFill>
                  <a:srgbClr val="2E5E8C"/>
                </a:solidFill>
              </a:rPr>
              <a:t>20 </a:t>
            </a:r>
            <a:r>
              <a:rPr sz="2800" b="0" i="0">
                <a:solidFill>
                  <a:srgbClr val="222B36"/>
                </a:solidFill>
              </a:rPr>
              <a:t>But now is Christ risen from the dead, and become the firstfruits of them that slept. </a:t>
            </a:r>
            <a:r>
              <a:rPr sz="1600" b="1" i="0">
                <a:solidFill>
                  <a:srgbClr val="2E5E8C"/>
                </a:solidFill>
              </a:rPr>
              <a:t>21 </a:t>
            </a:r>
            <a:r>
              <a:rPr sz="2800" b="0" i="0">
                <a:solidFill>
                  <a:srgbClr val="222B36"/>
                </a:solidFill>
              </a:rPr>
              <a:t>For since by man came death, by man came also the resurrection of the dead. </a:t>
            </a:r>
            <a:r>
              <a:rPr sz="1600" b="1" i="0">
                <a:solidFill>
                  <a:srgbClr val="2E5E8C"/>
                </a:solidFill>
              </a:rPr>
              <a:t>22 </a:t>
            </a:r>
            <a:r>
              <a:rPr sz="2800" b="0" i="0">
                <a:solidFill>
                  <a:srgbClr val="222B36"/>
                </a:solidFill>
              </a:rPr>
              <a:t>For as in Adam all die, even so in Christ shall all be made alive.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If Christ is not raised, everything collapses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But Now Is Christ Risen</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If Christ be not risen, then is our preaching vain.</a:t>
            </a:r>
          </a:p>
          <a:p>
            <a:pPr>
              <a:spcAft>
                <a:spcPts val="1800"/>
              </a:spcAft>
            </a:pPr>
            <a:r>
              <a:rPr sz="3000" b="1" i="0">
                <a:solidFill>
                  <a:srgbClr val="2E5E8C"/>
                </a:solidFill>
              </a:rPr>
              <a:t>•  </a:t>
            </a:r>
            <a:r>
              <a:rPr sz="3000" b="0" i="0">
                <a:solidFill>
                  <a:srgbClr val="222B36"/>
                </a:solidFill>
              </a:rPr>
              <a:t>If Christ be not raised, ye are yet in your sins.</a:t>
            </a:r>
          </a:p>
          <a:p>
            <a:pPr>
              <a:spcAft>
                <a:spcPts val="1000"/>
              </a:spcAft>
            </a:pPr>
            <a:r>
              <a:rPr sz="2000" b="0" i="1">
                <a:solidFill>
                  <a:srgbClr val="6B7280"/>
                </a:solidFill>
              </a:rPr>
              <a:t>Read: 1 Corinthians 15:12-19; Romans 4:25; Acts 17:31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But now is Christ risen</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But Now Is Christ Risen</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But now is Christ risen from the dead.</a:t>
            </a:r>
          </a:p>
          <a:p>
            <a:pPr>
              <a:spcAft>
                <a:spcPts val="1800"/>
              </a:spcAft>
            </a:pPr>
            <a:r>
              <a:rPr sz="3000" b="1" i="0">
                <a:solidFill>
                  <a:srgbClr val="2E5E8C"/>
                </a:solidFill>
              </a:rPr>
              <a:t>•  </a:t>
            </a:r>
            <a:r>
              <a:rPr sz="3000" b="0" i="0">
                <a:solidFill>
                  <a:srgbClr val="222B36"/>
                </a:solidFill>
              </a:rPr>
              <a:t>Christianity rests on an event in history.</a:t>
            </a:r>
          </a:p>
          <a:p>
            <a:pPr>
              <a:spcAft>
                <a:spcPts val="1000"/>
              </a:spcAft>
            </a:pPr>
            <a:r>
              <a:rPr sz="2000" b="0" i="1">
                <a:solidFill>
                  <a:srgbClr val="6B7280"/>
                </a:solidFill>
              </a:rPr>
              <a:t>Read: 1 Corinthians 15:20; Luke 24:1-8; 1 Corinthians 15:3-8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The firstfruits: death is not the end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But Now Is Christ Risen</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Christ is become the firstfruits of them that slept.</a:t>
            </a:r>
          </a:p>
          <a:p>
            <a:pPr>
              <a:spcAft>
                <a:spcPts val="1800"/>
              </a:spcAft>
            </a:pPr>
            <a:r>
              <a:rPr sz="3000" b="1" i="0">
                <a:solidFill>
                  <a:srgbClr val="2E5E8C"/>
                </a:solidFill>
              </a:rPr>
              <a:t>•  </a:t>
            </a:r>
            <a:r>
              <a:rPr sz="3000" b="0" i="0">
                <a:solidFill>
                  <a:srgbClr val="222B36"/>
                </a:solidFill>
              </a:rPr>
              <a:t>As in Adam all die, even so in Christ shall all be made alive.</a:t>
            </a:r>
          </a:p>
          <a:p>
            <a:pPr>
              <a:spcAft>
                <a:spcPts val="1000"/>
              </a:spcAft>
            </a:pPr>
            <a:r>
              <a:rPr sz="2000" b="0" i="1">
                <a:solidFill>
                  <a:srgbClr val="6B7280"/>
                </a:solidFill>
              </a:rPr>
              <a:t>Read: 1 Corinthians 15:20-22; John 11:25-26; 1 Thessalonians 4:13-14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But Now Is Christ Risen</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Why does Paul say we would be "most miserable" if our hope in Christ were for this life only?</a:t>
            </a:r>
          </a:p>
          <a:p>
            <a:pPr>
              <a:spcAft>
                <a:spcPts val="1800"/>
              </a:spcAft>
            </a:pPr>
            <a:r>
              <a:rPr sz="2800" b="1" i="0">
                <a:solidFill>
                  <a:srgbClr val="2E5E8C"/>
                </a:solidFill>
              </a:rPr>
              <a:t>2.  </a:t>
            </a:r>
            <a:r>
              <a:rPr sz="2800" b="0" i="0">
                <a:solidFill>
                  <a:srgbClr val="222B36"/>
                </a:solidFill>
              </a:rPr>
              <a:t>Why does it matter that the resurrection was bodily, not just spiritual?</a:t>
            </a:r>
          </a:p>
          <a:p>
            <a:pPr>
              <a:spcAft>
                <a:spcPts val="1800"/>
              </a:spcAft>
            </a:pPr>
            <a:r>
              <a:rPr sz="2800" b="1" i="0">
                <a:solidFill>
                  <a:srgbClr val="2E5E8C"/>
                </a:solidFill>
              </a:rPr>
              <a:t>3.  </a:t>
            </a:r>
            <a:r>
              <a:rPr sz="2800" b="0" i="0">
                <a:solidFill>
                  <a:srgbClr val="222B36"/>
                </a:solidFill>
              </a:rPr>
              <a:t>What does "firstfruits" tell us about our own future?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But Now Is Christ Risen</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How should the resurrection change the way Christians grieve?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