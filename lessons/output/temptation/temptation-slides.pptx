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devil came when Jesus was hungry and alone. He began with a doubt, "If thou be the Son of God," and a reasonable-sounding suggestion. Temptation rarely looks evil at first. It usually offers a shortcut to something good, by a path God has not given. Being tempted is not itself sin; Jesus was tempted and never sinned.</a:t>
            </a:r>
          </a:p>
          <a:p/>
          <a:p>
            <a:r>
              <a:t>“It is one of the wiles of Satan to take advantage of our outward condition, in that to plant the battery of his temptations.” — Matthew Henry, Commentary on the Whole Bible, on Matthew 4:1-11</a:t>
            </a:r>
          </a:p>
          <a:p/>
          <a:p>
            <a:r>
              <a:t>“After we have been admitted into the communion of God, we must expect to be set upon by Satan.” — Matthew Henry, Commentary on the Whole Bible, on Matthew 4:1-11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time, Jesus answered, "It is written." He did not argue or rely on his feelings; he stood on Scripture. When the devil quoted Scripture too (Psalm 91), Jesus answered with Scripture rightly understood. Putting God to the test by deliberately jumping into danger is presumption, not faith.</a:t>
            </a:r>
          </a:p>
          <a:p/>
          <a:p>
            <a:r>
              <a:t>“In reply to this artful temptation, Christ answered by a quotation from the Old Testament.” — Albert Barnes, Notes on the New Testament, on Matthew 4:4</a:t>
            </a:r>
          </a:p>
          <a:p/>
          <a:p>
            <a:r>
              <a:t>“To expose myself to any danger naturally destructive, with the vain presumption that God will protect and defend me from the ruinous consequences of my imprudent conduct, is to tempt God.” — Adam Clarke, Commentary on the Bible, on Matthew 4:7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temptation was the boldest: all the kingdoms of the world in exchange for one act of worship. Jesus' answer was final: "Get thee hence, Satan." When we refuse to divide our worship, the tempter loses his hold. The devil left, and angels came and ministered to Jesus. God does not leave his people alone in the fight.</a:t>
            </a:r>
          </a:p>
          <a:p/>
          <a:p>
            <a:r>
              <a:t>“Since the tempter has now thrown off the mask, and stands forth in his true character” — David Brown, Commentary Critical and Explanatory on the Whole Bible (Jamieson, Fausset and Brown), on Matthew 4:10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It Is Written</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Jesus faced temptation as we do and overcame it by trusting and obeying God's word, and he helps us to do the same.</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4:1-11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4:1-11 (1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 </a:t>
            </a:r>
            <a:r>
              <a:rPr sz="2800" b="0" i="0">
                <a:solidFill>
                  <a:srgbClr val="222B36"/>
                </a:solidFill>
              </a:rPr>
              <a:t>Then was Jesus led up of the Spirit into the wilderness to be tempted of the devil. </a:t>
            </a:r>
            <a:r>
              <a:rPr sz="1600" b="1" i="0">
                <a:solidFill>
                  <a:srgbClr val="2E5E8C"/>
                </a:solidFill>
              </a:rPr>
              <a:t>2 </a:t>
            </a:r>
            <a:r>
              <a:rPr sz="2800" b="0" i="0">
                <a:solidFill>
                  <a:srgbClr val="222B36"/>
                </a:solidFill>
              </a:rPr>
              <a:t>And when he had fasted forty days and forty nights, he was afterward an hungred. </a:t>
            </a:r>
            <a:r>
              <a:rPr sz="1600" b="1" i="0">
                <a:solidFill>
                  <a:srgbClr val="2E5E8C"/>
                </a:solidFill>
              </a:rPr>
              <a:t>3 </a:t>
            </a:r>
            <a:r>
              <a:rPr sz="2800" b="0" i="0">
                <a:solidFill>
                  <a:srgbClr val="222B36"/>
                </a:solidFill>
              </a:rPr>
              <a:t>And when the tempter came to him, he said, If thou be the Son of God, command that these stones be made bread.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4:1-11 (2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But he answered and said, It is written, Man shall not live by bread alone, but by every word that proceedeth out of the mouth of God. </a:t>
            </a:r>
            <a:r>
              <a:rPr sz="1600" b="1" i="0">
                <a:solidFill>
                  <a:srgbClr val="2E5E8C"/>
                </a:solidFill>
              </a:rPr>
              <a:t>5 </a:t>
            </a:r>
            <a:r>
              <a:rPr sz="2800" b="0" i="0">
                <a:solidFill>
                  <a:srgbClr val="222B36"/>
                </a:solidFill>
              </a:rPr>
              <a:t>Then the devil taketh him up into the holy city, and setteth him on a pinnacle of the temple,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4:1-11 (3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6 </a:t>
            </a:r>
            <a:r>
              <a:rPr sz="2800" b="0" i="0">
                <a:solidFill>
                  <a:srgbClr val="222B36"/>
                </a:solidFill>
              </a:rPr>
              <a:t>And saith unto him, If thou be the Son of God, cast thyself down: for it is written, He shall give his angels charge concerning thee: and in their hands they shall bear thee up, lest at any time thou dash thy foot against a stone. </a:t>
            </a:r>
            <a:r>
              <a:rPr sz="1600" b="1" i="0">
                <a:solidFill>
                  <a:srgbClr val="2E5E8C"/>
                </a:solidFill>
              </a:rPr>
              <a:t>7 </a:t>
            </a:r>
            <a:r>
              <a:rPr sz="2800" b="0" i="0">
                <a:solidFill>
                  <a:srgbClr val="222B36"/>
                </a:solidFill>
              </a:rPr>
              <a:t>Jesus said unto him, It is written again, Thou shalt not tempt the Lord thy God.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4:1-11 (4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Again, the devil taketh him up into an exceeding high mountain, and sheweth him all the kingdoms of the world, and the glory of them; </a:t>
            </a:r>
            <a:r>
              <a:rPr sz="1600" b="1" i="0">
                <a:solidFill>
                  <a:srgbClr val="2E5E8C"/>
                </a:solidFill>
              </a:rPr>
              <a:t>9 </a:t>
            </a:r>
            <a:r>
              <a:rPr sz="2800" b="0" i="0">
                <a:solidFill>
                  <a:srgbClr val="222B36"/>
                </a:solidFill>
              </a:rPr>
              <a:t>And saith unto him, All these things will I give thee, if thou wilt fall down and worship me. </a:t>
            </a:r>
            <a:r>
              <a:rPr sz="1600" b="1" i="0">
                <a:solidFill>
                  <a:srgbClr val="2E5E8C"/>
                </a:solidFill>
              </a:rPr>
              <a:t>10 </a:t>
            </a:r>
            <a:r>
              <a:rPr sz="2800" b="0" i="0">
                <a:solidFill>
                  <a:srgbClr val="222B36"/>
                </a:solidFill>
              </a:rPr>
              <a:t>Then saith Jesus unto him, Get thee hence, Satan: for it is written, Thou shalt worship the Lord thy God, and him only shalt thou serve. </a:t>
            </a:r>
            <a:r>
              <a:rPr sz="1600" b="1" i="0">
                <a:solidFill>
                  <a:srgbClr val="2E5E8C"/>
                </a:solidFill>
              </a:rPr>
              <a:t>11 </a:t>
            </a:r>
            <a:r>
              <a:rPr sz="2800" b="0" i="0">
                <a:solidFill>
                  <a:srgbClr val="222B36"/>
                </a:solidFill>
              </a:rPr>
              <a:t>Then the devil leaveth him, and, behold, angels came and ministered unto him.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Temptation comes at our weak points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Jesus was tempted in all points like as we are, yet without sin.</a:t>
            </a:r>
          </a:p>
          <a:p>
            <a:pPr>
              <a:spcAft>
                <a:spcPts val="1800"/>
              </a:spcAft>
            </a:pPr>
            <a:r>
              <a:rPr sz="3000" b="1" i="0">
                <a:solidFill>
                  <a:srgbClr val="2E5E8C"/>
                </a:solidFill>
              </a:rPr>
              <a:t>•  </a:t>
            </a:r>
            <a:r>
              <a:rPr sz="3000" b="0" i="0">
                <a:solidFill>
                  <a:srgbClr val="222B36"/>
                </a:solidFill>
              </a:rPr>
              <a:t>Temptation often offers a shortcut to something good.</a:t>
            </a:r>
          </a:p>
          <a:p>
            <a:pPr>
              <a:spcAft>
                <a:spcPts val="1000"/>
              </a:spcAft>
            </a:pPr>
            <a:r>
              <a:rPr sz="2000" b="0" i="1">
                <a:solidFill>
                  <a:srgbClr val="6B7280"/>
                </a:solidFill>
              </a:rPr>
              <a:t>Read: Matthew 4:1-3; Hebrews 4:15; James 1:13-15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Answer temptation with God's word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Man shall not live by bread alone, but by every word that proceedeth out of the mouth of God.</a:t>
            </a:r>
          </a:p>
          <a:p>
            <a:pPr>
              <a:spcAft>
                <a:spcPts val="1800"/>
              </a:spcAft>
            </a:pPr>
            <a:r>
              <a:rPr sz="3000" b="1" i="0">
                <a:solidFill>
                  <a:srgbClr val="2E5E8C"/>
                </a:solidFill>
              </a:rPr>
              <a:t>•  </a:t>
            </a:r>
            <a:r>
              <a:rPr sz="3000" b="0" i="0">
                <a:solidFill>
                  <a:srgbClr val="222B36"/>
                </a:solidFill>
              </a:rPr>
              <a:t>Jesus answered each temptation with, "It is written."</a:t>
            </a:r>
          </a:p>
          <a:p>
            <a:pPr>
              <a:spcAft>
                <a:spcPts val="1000"/>
              </a:spcAft>
            </a:pPr>
            <a:r>
              <a:rPr sz="2000" b="0" i="1">
                <a:solidFill>
                  <a:srgbClr val="6B7280"/>
                </a:solidFill>
              </a:rPr>
              <a:t>Read: Matthew 4:4-7; Psalm 119:11; Ephesians 6:17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Worship God alone, and resist</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Thou shalt worship the Lord thy God, and him only shalt thou serve.</a:t>
            </a:r>
          </a:p>
          <a:p>
            <a:pPr>
              <a:spcAft>
                <a:spcPts val="1800"/>
              </a:spcAft>
            </a:pPr>
            <a:r>
              <a:rPr sz="3000" b="1" i="0">
                <a:solidFill>
                  <a:srgbClr val="2E5E8C"/>
                </a:solidFill>
              </a:rPr>
              <a:t>•  </a:t>
            </a:r>
            <a:r>
              <a:rPr sz="3000" b="0" i="0">
                <a:solidFill>
                  <a:srgbClr val="222B36"/>
                </a:solidFill>
              </a:rPr>
              <a:t>Resist the devil, and he will flee from you.</a:t>
            </a:r>
          </a:p>
          <a:p>
            <a:pPr>
              <a:spcAft>
                <a:spcPts val="1000"/>
              </a:spcAft>
            </a:pPr>
            <a:r>
              <a:rPr sz="2000" b="0" i="1">
                <a:solidFill>
                  <a:srgbClr val="6B7280"/>
                </a:solidFill>
              </a:rPr>
              <a:t>Read: Matthew 4:8-11; James 4:7; 1 Corinthians 10:13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the devil began with "If thou be the Son of God"?</a:t>
            </a:r>
          </a:p>
          <a:p>
            <a:pPr>
              <a:spcAft>
                <a:spcPts val="1800"/>
              </a:spcAft>
            </a:pPr>
            <a:r>
              <a:rPr sz="2800" b="1" i="0">
                <a:solidFill>
                  <a:srgbClr val="2E5E8C"/>
                </a:solidFill>
              </a:rPr>
              <a:t>2.  </a:t>
            </a:r>
            <a:r>
              <a:rPr sz="2800" b="0" i="0">
                <a:solidFill>
                  <a:srgbClr val="222B36"/>
                </a:solidFill>
              </a:rPr>
              <a:t>How did the devil misuse Scripture, and how do we guard against that?</a:t>
            </a:r>
          </a:p>
          <a:p>
            <a:pPr>
              <a:spcAft>
                <a:spcPts val="1800"/>
              </a:spcAft>
            </a:pPr>
            <a:r>
              <a:rPr sz="2800" b="1" i="0">
                <a:solidFill>
                  <a:srgbClr val="2E5E8C"/>
                </a:solidFill>
              </a:rPr>
              <a:t>3.  </a:t>
            </a:r>
            <a:r>
              <a:rPr sz="2800" b="0" i="0">
                <a:solidFill>
                  <a:srgbClr val="222B36"/>
                </a:solidFill>
              </a:rPr>
              <a:t>What "shortcuts" are we tempted to take today to get good things in wrong ways?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It Is Written</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does knowing that Jesus was tempted help you when you are tempted?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