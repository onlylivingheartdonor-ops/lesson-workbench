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begins with a test: "no man can say that Jesus is the Lord, but by the Holy Ghost" (v. 3). The Spirit's first and greatest work is to bring people to honour Jesus. Any claimed spiritual experience that does not exalt Christ is not from the Holy Spirit.</a:t>
            </a:r>
          </a:p>
          <a:p/>
          <a:p>
            <a:r>
              <a:t>“The design of the passage is to give them some simple general guide by which they could at once recognize the operations of the Spirit of God” — Albert Barnes, Notes on the New Testament, on 1 Corinthians 12:3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diversities of gifts, but the same Spirit" (v. 4). Every believer is given some "manifestation of the Spirit ... to profit withal," that is, for the common good (v. 7). Gifts are not trophies to display but tools to serve others. No one has every gift, and no one has none.</a:t>
            </a:r>
          </a:p>
          <a:p/>
          <a:p>
            <a:r>
              <a:t>“Whatever gifts God has bestowed, or in what various ways soever the Spirit of God may have manifested himself, it is all for the common benefit of the Church.” — Adam Clarke, Commentary on the Bible, on 1 Corinthians 12:7</a:t>
            </a:r>
          </a:p>
          <a:p/>
          <a:p>
            <a:r>
              <a:t>“Gifts and graces, charismata and charis, greatly differ.” — Matthew Henry, Commentary on the Whole Bible, on 1 Corinthians 12:1-11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Pentecostals believe that every gift in this list (wisdom, knowledge, faith, healing, miracles, prophecy, discerning of spirits, tongues and interpretation) is for the church today, because nothing in Scripture says they would cease before Christ returns. On the day of Pentecost Peter said the promise of the Spirit was "unto you, and to your children, and to all that are afar off" (Acts 2:39). Classical Pentecostals teach a baptism in the Holy Spirit, distinct from and usually after conversion, which gives power for witness (Acts 1:8). In Acts it is marked by speaking in other tongues (Acts 2:4; 10:46; 19:6). Believers are encouraged to seek it, to pray for the sick expecting God to heal, and to use every gift in love and good order.</a:t>
            </a:r>
          </a:p>
          <a:p/>
          <a:p>
            <a:r>
              <a:t>“When you have the full baptism of the Holy Spirit you are satisfied.” — Carrie Judd Montgomery, Secrets of Victory, “Chapter 22: The Promise of the Father”</a:t>
            </a:r>
          </a:p>
          <a:p/>
          <a:p>
            <a:r>
              <a:t>“His blessed Presence will permeate your whole being” — Carrie Judd Montgomery, Secrets of Victory, “Chapter 22: The Promise of the Father”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Gifts of the Spirit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The one Spirit gives every believer gifts for the common good; Pentecostals teach that all these gifts continue today and that believers should seek the baptism in the Holy Spirit, with speaking in tongues.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12:1-11   ·   Pentecostal and Charismatic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concerning spiritual gifts, brethren, I would not have you ignorant. </a:t>
            </a:r>
            <a:r>
              <a:rPr sz="1600" b="1" i="0">
                <a:solidFill>
                  <a:srgbClr val="2E5E8C"/>
                </a:solidFill>
              </a:rPr>
              <a:t>2 </a:t>
            </a:r>
            <a:r>
              <a:rPr sz="2800" b="0" i="0">
                <a:solidFill>
                  <a:srgbClr val="222B36"/>
                </a:solidFill>
              </a:rPr>
              <a:t>Ye know that ye were Gentiles, carried away unto these dumb idols, even as ye were led. </a:t>
            </a:r>
            <a:r>
              <a:rPr sz="1600" b="1" i="0">
                <a:solidFill>
                  <a:srgbClr val="2E5E8C"/>
                </a:solidFill>
              </a:rPr>
              <a:t>3 </a:t>
            </a:r>
            <a:r>
              <a:rPr sz="2800" b="0" i="0">
                <a:solidFill>
                  <a:srgbClr val="222B36"/>
                </a:solidFill>
              </a:rPr>
              <a:t>Wherefore I give you to understand, that no man speaking by the Spirit of God calleth Jesus accursed: and that no man can say that Jesus is the Lord, but by the Holy Ghost.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Now there are diversities of gifts, but the same Spirit. </a:t>
            </a:r>
            <a:r>
              <a:rPr sz="1600" b="1" i="0">
                <a:solidFill>
                  <a:srgbClr val="2E5E8C"/>
                </a:solidFill>
              </a:rPr>
              <a:t>5 </a:t>
            </a:r>
            <a:r>
              <a:rPr sz="2800" b="0" i="0">
                <a:solidFill>
                  <a:srgbClr val="222B36"/>
                </a:solidFill>
              </a:rPr>
              <a:t>And there are differences of administrations, but the same Lord. </a:t>
            </a:r>
            <a:r>
              <a:rPr sz="1600" b="1" i="0">
                <a:solidFill>
                  <a:srgbClr val="2E5E8C"/>
                </a:solidFill>
              </a:rPr>
              <a:t>6 </a:t>
            </a:r>
            <a:r>
              <a:rPr sz="2800" b="0" i="0">
                <a:solidFill>
                  <a:srgbClr val="222B36"/>
                </a:solidFill>
              </a:rPr>
              <a:t>And there are diversities of operations, but it is the same God which worketh all in all. </a:t>
            </a:r>
            <a:r>
              <a:rPr sz="1600" b="1" i="0">
                <a:solidFill>
                  <a:srgbClr val="2E5E8C"/>
                </a:solidFill>
              </a:rPr>
              <a:t>7 </a:t>
            </a:r>
            <a:r>
              <a:rPr sz="2800" b="0" i="0">
                <a:solidFill>
                  <a:srgbClr val="222B36"/>
                </a:solidFill>
              </a:rPr>
              <a:t>But the manifestation of the Spirit is given to every man to profit withal.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For to one is given by the Spirit the word of wisdom; to another the word of knowledge by the same Spirit; </a:t>
            </a:r>
            <a:r>
              <a:rPr sz="1600" b="1" i="0">
                <a:solidFill>
                  <a:srgbClr val="2E5E8C"/>
                </a:solidFill>
              </a:rPr>
              <a:t>9 </a:t>
            </a:r>
            <a:r>
              <a:rPr sz="2800" b="0" i="0">
                <a:solidFill>
                  <a:srgbClr val="222B36"/>
                </a:solidFill>
              </a:rPr>
              <a:t>To another faith by the same Spirit; to another the gifts of healing by the same Spirit; </a:t>
            </a:r>
            <a:r>
              <a:rPr sz="1600" b="1" i="0">
                <a:solidFill>
                  <a:srgbClr val="2E5E8C"/>
                </a:solidFill>
              </a:rPr>
              <a:t>10 </a:t>
            </a:r>
            <a:r>
              <a:rPr sz="2800" b="0" i="0">
                <a:solidFill>
                  <a:srgbClr val="222B36"/>
                </a:solidFill>
              </a:rPr>
              <a:t>To another the working of miracles; to another prophecy; to another discerning of spirits; to another divers kinds of tongues; to another the interpretation of tongues: </a:t>
            </a:r>
            <a:r>
              <a:rPr sz="1600" b="1" i="0">
                <a:solidFill>
                  <a:srgbClr val="2E5E8C"/>
                </a:solidFill>
              </a:rPr>
              <a:t>11 </a:t>
            </a:r>
            <a:r>
              <a:rPr sz="2800" b="0" i="0">
                <a:solidFill>
                  <a:srgbClr val="222B36"/>
                </a:solidFill>
              </a:rPr>
              <a:t>But all these worketh that one and the selfsame Spirit, dividing to every man severally as he will.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The Spirit leads us to confess Jesus as Lord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No man can say that Jesus is the Lord, but by the Holy Ghost (Spirit).</a:t>
            </a:r>
          </a:p>
          <a:p>
            <a:pPr>
              <a:spcAft>
                <a:spcPts val="1800"/>
              </a:spcAft>
            </a:pPr>
            <a:r>
              <a:rPr sz="3000" b="1" i="0">
                <a:solidFill>
                  <a:srgbClr val="2E5E8C"/>
                </a:solidFill>
              </a:rPr>
              <a:t>•  </a:t>
            </a:r>
            <a:r>
              <a:rPr sz="3000" b="0" i="0">
                <a:solidFill>
                  <a:srgbClr val="222B36"/>
                </a:solidFill>
              </a:rPr>
              <a:t>The Spirit's first work is to honour (glorify) Jesus.</a:t>
            </a:r>
          </a:p>
          <a:p>
            <a:pPr>
              <a:spcAft>
                <a:spcPts val="1000"/>
              </a:spcAft>
            </a:pPr>
            <a:r>
              <a:rPr sz="2000" b="0" i="1">
                <a:solidFill>
                  <a:srgbClr val="6B7280"/>
                </a:solidFill>
              </a:rPr>
              <a:t>Read: 1 Corinthians 12:1-3; John 16:13-14; 1 John 4:1-3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One Spirit, many gifts, for the common good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There are diversities of gifts, but the same Spirit.</a:t>
            </a:r>
          </a:p>
          <a:p>
            <a:pPr>
              <a:spcAft>
                <a:spcPts val="1800"/>
              </a:spcAft>
            </a:pPr>
            <a:r>
              <a:rPr sz="3000" b="1" i="0">
                <a:solidFill>
                  <a:srgbClr val="2E5E8C"/>
                </a:solidFill>
              </a:rPr>
              <a:t>•  </a:t>
            </a:r>
            <a:r>
              <a:rPr sz="3000" b="0" i="0">
                <a:solidFill>
                  <a:srgbClr val="222B36"/>
                </a:solidFill>
              </a:rPr>
              <a:t>Gifts are given for the common good.</a:t>
            </a:r>
          </a:p>
          <a:p>
            <a:pPr>
              <a:spcAft>
                <a:spcPts val="1000"/>
              </a:spcAft>
            </a:pPr>
            <a:r>
              <a:rPr sz="2000" b="0" i="1">
                <a:solidFill>
                  <a:srgbClr val="6B7280"/>
                </a:solidFill>
              </a:rPr>
              <a:t>Read: 1 Corinthians 12:4-7; Romans 12:4-8; 1 Peter 4:10-11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All the gifts are for today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promise is unto you, and to your children, and to all that are afar off.</a:t>
            </a:r>
          </a:p>
          <a:p>
            <a:pPr>
              <a:spcAft>
                <a:spcPts val="1800"/>
              </a:spcAft>
            </a:pPr>
            <a:r>
              <a:rPr sz="3000" b="1" i="0">
                <a:solidFill>
                  <a:srgbClr val="2E5E8C"/>
                </a:solidFill>
              </a:rPr>
              <a:t>•  </a:t>
            </a:r>
            <a:r>
              <a:rPr sz="3000" b="0" i="0">
                <a:solidFill>
                  <a:srgbClr val="222B36"/>
                </a:solidFill>
              </a:rPr>
              <a:t>Ye shall receive power, after that the Holy Ghost is come upon you.</a:t>
            </a:r>
          </a:p>
          <a:p>
            <a:pPr>
              <a:spcAft>
                <a:spcPts val="1000"/>
              </a:spcAft>
            </a:pPr>
            <a:r>
              <a:rPr sz="2000" b="0" i="1">
                <a:solidFill>
                  <a:srgbClr val="6B7280"/>
                </a:solidFill>
              </a:rPr>
              <a:t>Read: Acts 1:8; Acts 2:4; Acts 2:38-39; Acts 10:44-46; Acts 19:1-6; Mark 16:17-18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spiritual gifts, according to this passage?</a:t>
            </a:r>
          </a:p>
          <a:p>
            <a:pPr>
              <a:spcAft>
                <a:spcPts val="1800"/>
              </a:spcAft>
            </a:pPr>
            <a:r>
              <a:rPr sz="2800" b="1" i="0">
                <a:solidFill>
                  <a:srgbClr val="2E5E8C"/>
                </a:solidFill>
              </a:rPr>
              <a:t>2.  </a:t>
            </a:r>
            <a:r>
              <a:rPr sz="2800" b="0" i="0">
                <a:solidFill>
                  <a:srgbClr val="222B36"/>
                </a:solidFill>
              </a:rPr>
              <a:t>Why do Pentecostals believe the baptism in the Holy Spirit is a distinct experience after conversion?</a:t>
            </a:r>
          </a:p>
          <a:p>
            <a:pPr>
              <a:spcAft>
                <a:spcPts val="1800"/>
              </a:spcAft>
            </a:pPr>
            <a:r>
              <a:rPr sz="2800" b="1" i="0">
                <a:solidFill>
                  <a:srgbClr val="2E5E8C"/>
                </a:solidFill>
              </a:rPr>
              <a:t>3.  </a:t>
            </a:r>
            <a:r>
              <a:rPr sz="2800" b="0" i="0">
                <a:solidFill>
                  <a:srgbClr val="222B36"/>
                </a:solidFill>
              </a:rPr>
              <a:t>What gifts has God given you, and how could you use one this week to serve others?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the gifts while loving believers who see this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