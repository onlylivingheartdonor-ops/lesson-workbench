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Pentecostals believe that every gift in this list (wisdom, knowledge, faith, healing, miracles, prophecy, discerning of spirits, tongues and interpretation) is for the church today, because nothing in Scripture says they would cease before Christ returns. On the day of Pentecost Peter said the promise of the Spirit was "unto you, and to your children, and to all that are afar off" (Acts 2:39). Classical Pentecostals teach a baptism in the Holy Spirit, distinct from and usually after conversion, which gives power for witness (Acts 1:8). In Acts it is marked by speaking in other tongues (Acts 2:4; 10:46; 19:6). Believers are encouraged to seek it, to pray for the sick expecting God to heal, and to use every gift in love and good order.</a:t>
            </a:r>
          </a:p>
          <a:p/>
          <a:p>
            <a:r>
              <a:t>“When you have the full baptism of the Holy Spirit you are satisfied.” — Carrie Judd Montgomery, Secrets of Victory, “Chapter 22: The Promise of the Father”</a:t>
            </a:r>
          </a:p>
          <a:p/>
          <a:p>
            <a:r>
              <a:t>“His blessed Presence will permeate your whole being” — Carrie Judd Montgomery, Secrets of Victory, “Chapter 22: The Promise of the Father”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Pentecostals teach that all these gifts continue today and that believers should seek the baptism in the Holy Spirit, with speaking in tongues.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   ·   Pentecostal and Charismatic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All the gifts are for today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promise is unto you, and to your children, and to all that are afar off.</a:t>
            </a:r>
          </a:p>
          <a:p>
            <a:pPr>
              <a:spcAft>
                <a:spcPts val="1800"/>
              </a:spcAft>
            </a:pPr>
            <a:r>
              <a:rPr sz="3000" b="1" i="0">
                <a:solidFill>
                  <a:srgbClr val="2E5E8C"/>
                </a:solidFill>
              </a:rPr>
              <a:t>•  </a:t>
            </a:r>
            <a:r>
              <a:rPr sz="3000" b="0" i="0">
                <a:solidFill>
                  <a:srgbClr val="222B36"/>
                </a:solidFill>
              </a:rPr>
              <a:t>Ye shall receive power, after that the Holy Ghost is come upon you.</a:t>
            </a:r>
          </a:p>
          <a:p>
            <a:pPr>
              <a:spcAft>
                <a:spcPts val="1000"/>
              </a:spcAft>
            </a:pPr>
            <a:r>
              <a:rPr sz="2000" b="0" i="1">
                <a:solidFill>
                  <a:srgbClr val="6B7280"/>
                </a:solidFill>
              </a:rPr>
              <a:t>Read: Acts 1:8; Acts 2:4; Acts 2:38-39; Acts 10:44-46; Acts 19:1-6; Mark 16:17-18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do Pentecostals believe the baptism in the Holy Spirit is a distinct experience after conversion?</a:t>
            </a:r>
          </a:p>
          <a:p>
            <a:pPr>
              <a:spcAft>
                <a:spcPts val="1800"/>
              </a:spcAft>
            </a:pPr>
            <a:r>
              <a:rPr sz="2800" b="1" i="0">
                <a:solidFill>
                  <a:srgbClr val="2E5E8C"/>
                </a:solidFill>
              </a:rPr>
              <a:t>3.  </a:t>
            </a:r>
            <a:r>
              <a:rPr sz="2800" b="0" i="0">
                <a:solidFill>
                  <a:srgbClr val="222B36"/>
                </a:solidFill>
              </a:rPr>
              <a:t>What gifts has God given you, and how could you use one this week to serve others?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the gifts while loving believers who see this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