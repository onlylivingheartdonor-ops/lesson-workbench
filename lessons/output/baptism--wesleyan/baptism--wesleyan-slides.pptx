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Baptism was not invented by the church. Jesus himself commanded it, as part of making disciples of all nations, in the name of the Father, the Son and the Holy Spirit. Christians of every tradition baptize because Jesus told us to, and they use these words.</a:t>
            </a:r>
          </a:p>
          <a:p/>
          <a:p>
            <a:r>
              <a:t>“Baptism consists in applying water to a person "in the name of the Father and of the Son and of the Holy Ghost," as Christ has commanded.” — Joseph Stump, An Explanation of Luther's Small Catechism, “What Baptism 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Paul says that "so many of us as were baptized into Jesus Christ were baptized into his death" (Romans 6:3). Baptism is about union with Christ: belonging to him, sharing in what his death and resurrection accomplished, and being marked as his.</a:t>
            </a:r>
          </a:p>
          <a:p/>
          <a:p>
            <a:r>
              <a:t>“sealed with the seal of heaven, and as it were formally entered and articled, to all the benefits and all the obligations of Christian discipleship” — David Brown, Commentary Critical and Explanatory on the Whole Bible (Jamieson, Fausset and Brown), on Romans 6:3</a:t>
            </a:r>
          </a:p>
          <a:p/>
          <a:p>
            <a:r>
              <a:t>“To be baptized into Christ, is to receive the doctrine of Christ crucified” — Adam Clarke, Commentary on the Bible, on Romans 6:3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Methodist and Wesleyan churches receive baptism as a sacrament: an outward and visible sign of an inward and spiritual grace, through which God works. It marks our entry into God's covenant people, the church. Because God's promise is "unto you, and to your children" (Acts 2:39), and because Jesus welcomed little children (Mark 10:13-16), children of Christian families are baptized, as are adults who come to faith. Water is usually poured or sprinkled. John Wesley taught that baptism is linked with the new birth, but he insisted that every baptized person must still personally turn to Christ and be born of the Spirit. Baptized children are taught the faith and later confirm it for themselves.</a:t>
            </a:r>
          </a:p>
          <a:p/>
          <a:p>
            <a:r>
              <a:t>“But, certainly, no argument can be drawn from this concession against the baptism of children.” — Adam Clarke, Commentary on the Bible, on Matthew 28:19</a:t>
            </a:r>
          </a:p>
          <a:p/>
          <a:p>
            <a:r>
              <a:t>“Take on you the public profession of the religion of Christ, by being baptized in his name” — Adam Clarke, Commentary on the Bible, on Acts 2:38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Baptized into Christ</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Jesus commanded baptism for his disciples; Methodist and Wesleyan churches receive it as a sacrament, a sign and means of God's grace for believers and their children, calling each to personal faith and new life.</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Matthew 28:18-20; Romans 6:3-4   ·   Methodist and Wesleyan version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Matthew 28:18-20</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18 </a:t>
            </a:r>
            <a:r>
              <a:rPr sz="2800" b="0" i="0">
                <a:solidFill>
                  <a:srgbClr val="222B36"/>
                </a:solidFill>
              </a:rPr>
              <a:t>And Jesus came and spake unto them, saying, All power is given unto me in heaven and in earth. </a:t>
            </a:r>
            <a:r>
              <a:rPr sz="1600" b="1" i="0">
                <a:solidFill>
                  <a:srgbClr val="2E5E8C"/>
                </a:solidFill>
              </a:rPr>
              <a:t>19 </a:t>
            </a:r>
            <a:r>
              <a:rPr sz="2800" b="0" i="0">
                <a:solidFill>
                  <a:srgbClr val="222B36"/>
                </a:solidFill>
              </a:rPr>
              <a:t>Go ye therefore, and teach all nations, baptizing them in the name of the Father, and of the Son, and of the Holy Ghost: </a:t>
            </a:r>
            <a:r>
              <a:rPr sz="1600" b="1" i="0">
                <a:solidFill>
                  <a:srgbClr val="2E5E8C"/>
                </a:solidFill>
              </a:rPr>
              <a:t>20 </a:t>
            </a:r>
            <a:r>
              <a:rPr sz="2800" b="0" i="0">
                <a:solidFill>
                  <a:srgbClr val="222B36"/>
                </a:solidFill>
              </a:rPr>
              <a:t>Teaching them to observe all things whatsoever I have commanded you: and, lo, I am with you alway, even unto the end of the world. Amen.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Romans 6:3-4</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3 </a:t>
            </a:r>
            <a:r>
              <a:rPr sz="2800" b="0" i="0">
                <a:solidFill>
                  <a:srgbClr val="222B36"/>
                </a:solidFill>
              </a:rPr>
              <a:t>Know ye not, that so many of us as were baptized into Jesus Christ were baptized into his death? </a:t>
            </a:r>
            <a:r>
              <a:rPr sz="1600" b="1" i="0">
                <a:solidFill>
                  <a:srgbClr val="2E5E8C"/>
                </a:solidFill>
              </a:rPr>
              <a:t>4 </a:t>
            </a:r>
            <a:r>
              <a:rPr sz="2800" b="0" i="0">
                <a:solidFill>
                  <a:srgbClr val="222B36"/>
                </a:solidFill>
              </a:rPr>
              <a:t>Therefore we are buried with him by baptism into death: that like as Christ was raised up from the dead by the glory of the Father, even so we also should walk in newness of life.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Commanded by Christ for his disciples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Baptize them in the name of the Father, and of the Son, and of the Holy Ghost (Spirit).</a:t>
            </a:r>
          </a:p>
          <a:p>
            <a:pPr>
              <a:spcAft>
                <a:spcPts val="1800"/>
              </a:spcAft>
            </a:pPr>
            <a:r>
              <a:rPr sz="3000" b="1" i="0">
                <a:solidFill>
                  <a:srgbClr val="2E5E8C"/>
                </a:solidFill>
              </a:rPr>
              <a:t>•  </a:t>
            </a:r>
            <a:r>
              <a:rPr sz="3000" b="0" i="0">
                <a:solidFill>
                  <a:srgbClr val="222B36"/>
                </a:solidFill>
              </a:rPr>
              <a:t>Christians baptize because Jesus commanded it.</a:t>
            </a:r>
          </a:p>
          <a:p>
            <a:pPr>
              <a:spcAft>
                <a:spcPts val="1000"/>
              </a:spcAft>
            </a:pPr>
            <a:r>
              <a:rPr sz="2000" b="0" i="1">
                <a:solidFill>
                  <a:srgbClr val="6B7280"/>
                </a:solidFill>
              </a:rPr>
              <a:t>Read: Matthew 28:18-20; Acts 2:41; Acts 8:12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Baptized into Christ's death and resurrection</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So many of us as were baptized into Jesus Christ were baptized into his death.</a:t>
            </a:r>
          </a:p>
          <a:p>
            <a:pPr>
              <a:spcAft>
                <a:spcPts val="1800"/>
              </a:spcAft>
            </a:pPr>
            <a:r>
              <a:rPr sz="3000" b="1" i="0">
                <a:solidFill>
                  <a:srgbClr val="2E5E8C"/>
                </a:solidFill>
              </a:rPr>
              <a:t>•  </a:t>
            </a:r>
            <a:r>
              <a:rPr sz="3000" b="0" i="0">
                <a:solidFill>
                  <a:srgbClr val="222B36"/>
                </a:solidFill>
              </a:rPr>
              <a:t>Baptism speaks of our union with Christ.</a:t>
            </a:r>
          </a:p>
          <a:p>
            <a:pPr>
              <a:spcAft>
                <a:spcPts val="1000"/>
              </a:spcAft>
            </a:pPr>
            <a:r>
              <a:rPr sz="2000" b="0" i="1">
                <a:solidFill>
                  <a:srgbClr val="6B7280"/>
                </a:solidFill>
              </a:rPr>
              <a:t>Read: Romans 6:3-4; Galatians 3:27; Colossians 2:12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Baptism: a sign and means of God's grace</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Baptism is an outward sign of an inward grace.</a:t>
            </a:r>
          </a:p>
          <a:p>
            <a:pPr>
              <a:spcAft>
                <a:spcPts val="1800"/>
              </a:spcAft>
            </a:pPr>
            <a:r>
              <a:rPr sz="3000" b="1" i="0">
                <a:solidFill>
                  <a:srgbClr val="2E5E8C"/>
                </a:solidFill>
              </a:rPr>
              <a:t>•  </a:t>
            </a:r>
            <a:r>
              <a:rPr sz="3000" b="0" i="0">
                <a:solidFill>
                  <a:srgbClr val="222B36"/>
                </a:solidFill>
              </a:rPr>
              <a:t>Baptized children must later trust (confess) Christ for themselves.</a:t>
            </a:r>
          </a:p>
          <a:p>
            <a:pPr>
              <a:spcAft>
                <a:spcPts val="1000"/>
              </a:spcAft>
            </a:pPr>
            <a:r>
              <a:rPr sz="2000" b="0" i="1">
                <a:solidFill>
                  <a:srgbClr val="6B7280"/>
                </a:solidFill>
              </a:rPr>
              <a:t>Read: Acts 2:38-39; Mark 10:13-16; Titus 3:5; Colossians 2:11-12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What do all Christians agree about baptism, according to today's passages?</a:t>
            </a:r>
          </a:p>
          <a:p>
            <a:pPr>
              <a:spcAft>
                <a:spcPts val="1800"/>
              </a:spcAft>
            </a:pPr>
            <a:r>
              <a:rPr sz="2800" b="1" i="0">
                <a:solidFill>
                  <a:srgbClr val="2E5E8C"/>
                </a:solidFill>
              </a:rPr>
              <a:t>2.  </a:t>
            </a:r>
            <a:r>
              <a:rPr sz="2800" b="0" i="0">
                <a:solidFill>
                  <a:srgbClr val="222B36"/>
                </a:solidFill>
              </a:rPr>
              <a:t>Why do Methodist churches baptize the children of believing families?</a:t>
            </a:r>
          </a:p>
          <a:p>
            <a:pPr>
              <a:spcAft>
                <a:spcPts val="1800"/>
              </a:spcAft>
            </a:pPr>
            <a:r>
              <a:rPr sz="2800" b="1" i="0">
                <a:solidFill>
                  <a:srgbClr val="2E5E8C"/>
                </a:solidFill>
              </a:rPr>
              <a:t>3.  </a:t>
            </a:r>
            <a:r>
              <a:rPr sz="2800" b="0" i="0">
                <a:solidFill>
                  <a:srgbClr val="222B36"/>
                </a:solidFill>
              </a:rPr>
              <a:t>What does Romans 6 say baptism should mean for the way we live this week?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How can we hold our own convictions about baptism while showing love to Christians who practise it differently?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