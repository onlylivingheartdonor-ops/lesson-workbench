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Baptism was not invented by the church. Jesus himself commanded it, as part of making disciples of all nations, in the name of the Father, the Son and the Holy Spirit. Christians of every tradition baptize because Jesus told us to, and they use these words.</a:t>
            </a:r>
          </a:p>
          <a:p/>
          <a:p>
            <a:r>
              <a:t>“Baptism consists in applying water to a person "in the name of the Father and of the Son and of the Holy Ghost," as Christ has commanded.” — Joseph Stump, An Explanation of Luther's Small Catechism, “What Baptism 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says that "so many of us as were baptized into Jesus Christ were baptized into his death" (Romans 6:3). Baptism is about union with Christ: belonging to him, sharing in what his death and resurrection accomplished, and being marked as his.</a:t>
            </a:r>
          </a:p>
          <a:p/>
          <a:p>
            <a:r>
              <a:t>“sealed with the seal of heaven, and as it were formally entered and articled, to all the benefits and all the obligations of Christian discipleship” — David Brown, Commentary Critical and Explanatory on the Whole Bible (Jamieson, Fausset and Brown), on Romans 6:3</a:t>
            </a:r>
          </a:p>
          <a:p/>
          <a:p>
            <a:r>
              <a:t>“To be baptized into Christ, is to receive the doctrine of Christ crucified” — Adam Clarke, Commentary on the Bible, on Romans 6:3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Baptism looks forward as well as back. "Like as Christ was raised up from the dead by the glory of the Father, even so we also should walk in newness of life" (Romans 6:4). Whatever our tradition, the baptized are called to live as people who belong to the risen Christ.</a:t>
            </a:r>
          </a:p>
          <a:p/>
          <a:p>
            <a:r>
              <a:t>“by our very profession made in baptism we have renounced sin, and have pledged ourselves to live to God.” — Albert Barnes, Notes on the New Testament, on Romans 6:3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Christians agree that Jesus commanded baptism, that it is done with water in the name of the Father, Son and Holy Spirit, that it is linked with repentance, faith, forgiveness and union with Christ, and that true baptism is not repeated. They differ on three questions: who should be baptized (believers only, or also the children of believers), how (immersion, or also pouring and sprinkling), and what baptism does (a means through which God gives grace, a sign and seal of his covenant, or an act of obedience that testifies to grace already received). Here are the main views of the five traditions, each described as its own teachers describe it. Sincere, Bible-believing Christians hold each of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Baptized into Christ</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Jesus commanded baptism for his disciples and it speaks of our union with Christ; Christians share these truths while differing honestly over who should be baptized, how, and what baptism does.</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Matthew 28:18-20; Romans 6:3-4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28:18-20</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18 </a:t>
            </a:r>
            <a:r>
              <a:rPr sz="2800" b="0" i="0">
                <a:solidFill>
                  <a:srgbClr val="222B36"/>
                </a:solidFill>
              </a:rPr>
              <a:t>And Jesus came and spake unto them, saying, All power is given unto me in heaven and in earth. </a:t>
            </a:r>
            <a:r>
              <a:rPr sz="1600" b="1" i="0">
                <a:solidFill>
                  <a:srgbClr val="2E5E8C"/>
                </a:solidFill>
              </a:rPr>
              <a:t>19 </a:t>
            </a:r>
            <a:r>
              <a:rPr sz="2800" b="0" i="0">
                <a:solidFill>
                  <a:srgbClr val="222B36"/>
                </a:solidFill>
              </a:rPr>
              <a:t>Go ye therefore, and teach all nations, baptizing them in the name of the Father, and of the Son, and of the Holy Ghost: </a:t>
            </a:r>
            <a:r>
              <a:rPr sz="1600" b="1" i="0">
                <a:solidFill>
                  <a:srgbClr val="2E5E8C"/>
                </a:solidFill>
              </a:rPr>
              <a:t>20 </a:t>
            </a:r>
            <a:r>
              <a:rPr sz="2800" b="0" i="0">
                <a:solidFill>
                  <a:srgbClr val="222B36"/>
                </a:solidFill>
              </a:rPr>
              <a:t>Teaching them to observe all things whatsoever I have commanded you: and, lo, I am with you alway, even unto the end of the world. Amen.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Romans 6:3-4</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3 </a:t>
            </a:r>
            <a:r>
              <a:rPr sz="2800" b="0" i="0">
                <a:solidFill>
                  <a:srgbClr val="222B36"/>
                </a:solidFill>
              </a:rPr>
              <a:t>Know ye not, that so many of us as were baptized into Jesus Christ were baptized into his death? </a:t>
            </a:r>
            <a:r>
              <a:rPr sz="1600" b="1" i="0">
                <a:solidFill>
                  <a:srgbClr val="2E5E8C"/>
                </a:solidFill>
              </a:rPr>
              <a:t>4 </a:t>
            </a:r>
            <a:r>
              <a:rPr sz="2800" b="0" i="0">
                <a:solidFill>
                  <a:srgbClr val="222B36"/>
                </a:solidFill>
              </a:rPr>
              <a:t>Therefore we are buried with him by baptism into death: that like as Christ was raised up from the dead by the glory of the Father, even so we also should walk in newness of life.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Commanded by Christ for his disciples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Baptize them in the name of the Father, and of the Son, and of the Holy Ghost (Spirit).</a:t>
            </a:r>
          </a:p>
          <a:p>
            <a:pPr>
              <a:spcAft>
                <a:spcPts val="1800"/>
              </a:spcAft>
            </a:pPr>
            <a:r>
              <a:rPr sz="3000" b="1" i="0">
                <a:solidFill>
                  <a:srgbClr val="2E5E8C"/>
                </a:solidFill>
              </a:rPr>
              <a:t>•  </a:t>
            </a:r>
            <a:r>
              <a:rPr sz="3000" b="0" i="0">
                <a:solidFill>
                  <a:srgbClr val="222B36"/>
                </a:solidFill>
              </a:rPr>
              <a:t>Christians baptize because Jesus commanded it.</a:t>
            </a:r>
          </a:p>
          <a:p>
            <a:pPr>
              <a:spcAft>
                <a:spcPts val="1000"/>
              </a:spcAft>
            </a:pPr>
            <a:r>
              <a:rPr sz="2000" b="0" i="1">
                <a:solidFill>
                  <a:srgbClr val="6B7280"/>
                </a:solidFill>
              </a:rPr>
              <a:t>Read: Matthew 28:18-20; Acts 2:41; Acts 8:12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Baptized into Christ's death and resurrection</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So many of us as were baptized into Jesus Christ were baptized into his death.</a:t>
            </a:r>
          </a:p>
          <a:p>
            <a:pPr>
              <a:spcAft>
                <a:spcPts val="1800"/>
              </a:spcAft>
            </a:pPr>
            <a:r>
              <a:rPr sz="3000" b="1" i="0">
                <a:solidFill>
                  <a:srgbClr val="2E5E8C"/>
                </a:solidFill>
              </a:rPr>
              <a:t>•  </a:t>
            </a:r>
            <a:r>
              <a:rPr sz="3000" b="0" i="0">
                <a:solidFill>
                  <a:srgbClr val="222B36"/>
                </a:solidFill>
              </a:rPr>
              <a:t>Baptism speaks of our union with Christ.</a:t>
            </a:r>
          </a:p>
          <a:p>
            <a:pPr>
              <a:spcAft>
                <a:spcPts val="1000"/>
              </a:spcAft>
            </a:pPr>
            <a:r>
              <a:rPr sz="2000" b="0" i="1">
                <a:solidFill>
                  <a:srgbClr val="6B7280"/>
                </a:solidFill>
              </a:rPr>
              <a:t>Read: Romans 6:3-4; Galatians 3:27; Colossians 2:12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Called to walk in newness of life</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We also should walk in newness of life.</a:t>
            </a:r>
          </a:p>
          <a:p>
            <a:pPr>
              <a:spcAft>
                <a:spcPts val="1800"/>
              </a:spcAft>
            </a:pPr>
            <a:r>
              <a:rPr sz="3000" b="1" i="0">
                <a:solidFill>
                  <a:srgbClr val="2E5E8C"/>
                </a:solidFill>
              </a:rPr>
              <a:t>•  </a:t>
            </a:r>
            <a:r>
              <a:rPr sz="3000" b="0" i="0">
                <a:solidFill>
                  <a:srgbClr val="222B36"/>
                </a:solidFill>
              </a:rPr>
              <a:t>The baptized are called to live as people who belong to the risen Christ.</a:t>
            </a:r>
          </a:p>
          <a:p>
            <a:pPr>
              <a:spcAft>
                <a:spcPts val="1000"/>
              </a:spcAft>
            </a:pPr>
            <a:r>
              <a:rPr sz="2000" b="0" i="1">
                <a:solidFill>
                  <a:srgbClr val="6B7280"/>
                </a:solidFill>
              </a:rPr>
              <a:t>Read: Romans 6:4-11; 2 Corinthians 5:17; Colossians 3:1-3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Where Christians differ</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417320"/>
            <a:ext cx="10881360" cy="4754880"/>
          </a:xfrm>
          <a:prstGeom prst="rect">
            <a:avLst/>
          </a:prstGeom>
          <a:noFill/>
        </p:spPr>
        <p:txBody>
          <a:bodyPr wrap="square">
            <a:spAutoFit/>
          </a:bodyPr>
          <a:lstStyle/>
          <a:p>
            <a:pPr>
              <a:spcAft>
                <a:spcPts val="1200"/>
              </a:spcAft>
            </a:pPr>
            <a:r>
              <a:rPr sz="2000" b="1" i="0">
                <a:solidFill>
                  <a:srgbClr val="2E5E8C"/>
                </a:solidFill>
              </a:rPr>
              <a:t>Baptist:  </a:t>
            </a:r>
            <a:r>
              <a:rPr sz="2000" b="0" i="0">
                <a:solidFill>
                  <a:srgbClr val="222B36"/>
                </a:solidFill>
              </a:rPr>
              <a:t>For believers only, by immersion: an act of obedience and public confession that follows salvation.</a:t>
            </a:r>
          </a:p>
          <a:p>
            <a:pPr>
              <a:spcAft>
                <a:spcPts val="1200"/>
              </a:spcAft>
            </a:pPr>
            <a:r>
              <a:rPr sz="2000" b="1" i="0">
                <a:solidFill>
                  <a:srgbClr val="2E5E8C"/>
                </a:solidFill>
              </a:rPr>
              <a:t>Methodist and Wesleyan:  </a:t>
            </a:r>
            <a:r>
              <a:rPr sz="2000" b="0" i="0">
                <a:solidFill>
                  <a:srgbClr val="222B36"/>
                </a:solidFill>
              </a:rPr>
              <a:t>A sacrament and means of grace, for believers and their children; usually by pouring or sprinkling.</a:t>
            </a:r>
          </a:p>
          <a:p>
            <a:pPr>
              <a:spcAft>
                <a:spcPts val="1200"/>
              </a:spcAft>
            </a:pPr>
            <a:r>
              <a:rPr sz="2000" b="1" i="0">
                <a:solidFill>
                  <a:srgbClr val="2E5E8C"/>
                </a:solidFill>
              </a:rPr>
              <a:t>Presbyterian and Reformed:  </a:t>
            </a:r>
            <a:r>
              <a:rPr sz="2000" b="0" i="0">
                <a:solidFill>
                  <a:srgbClr val="222B36"/>
                </a:solidFill>
              </a:rPr>
              <a:t>A sign and seal of God's covenant, for believers and their children, as circumcision was before.</a:t>
            </a:r>
          </a:p>
          <a:p>
            <a:pPr>
              <a:spcAft>
                <a:spcPts val="1200"/>
              </a:spcAft>
            </a:pPr>
            <a:r>
              <a:rPr sz="2000" b="1" i="0">
                <a:solidFill>
                  <a:srgbClr val="2E5E8C"/>
                </a:solidFill>
              </a:rPr>
              <a:t>Lutheran:  </a:t>
            </a:r>
            <a:r>
              <a:rPr sz="2000" b="0" i="0">
                <a:solidFill>
                  <a:srgbClr val="222B36"/>
                </a:solidFill>
              </a:rPr>
              <a:t>A means of grace through which God gives forgiveness and salvation; infants are baptized.</a:t>
            </a:r>
          </a:p>
          <a:p>
            <a:pPr>
              <a:spcAft>
                <a:spcPts val="1200"/>
              </a:spcAft>
            </a:pPr>
            <a:r>
              <a:rPr sz="2000" b="1" i="0">
                <a:solidFill>
                  <a:srgbClr val="2E5E8C"/>
                </a:solidFill>
              </a:rPr>
              <a:t>Pentecostal and Charismatic:  </a:t>
            </a:r>
            <a:r>
              <a:rPr sz="2000" b="0" i="0">
                <a:solidFill>
                  <a:srgbClr val="222B36"/>
                </a:solidFill>
              </a:rPr>
              <a:t>For believers only, by immersion, as Baptists hold; with a distinct baptism in the Holy Spirit.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What do all Christians agree about baptism, according to today's passages?</a:t>
            </a:r>
          </a:p>
          <a:p>
            <a:pPr>
              <a:spcAft>
                <a:spcPts val="1800"/>
              </a:spcAft>
            </a:pPr>
            <a:r>
              <a:rPr sz="2800" b="1" i="0">
                <a:solidFill>
                  <a:srgbClr val="2E5E8C"/>
                </a:solidFill>
              </a:rPr>
              <a:t>2.  </a:t>
            </a:r>
            <a:r>
              <a:rPr sz="2800" b="0" i="0">
                <a:solidFill>
                  <a:srgbClr val="222B36"/>
                </a:solidFill>
              </a:rPr>
              <a:t>Each tradition points to particular verses. Why do sincere Christians reading the same Bible reach different conclusions about baptism?</a:t>
            </a:r>
          </a:p>
          <a:p>
            <a:pPr>
              <a:spcAft>
                <a:spcPts val="1800"/>
              </a:spcAft>
            </a:pPr>
            <a:r>
              <a:rPr sz="2800" b="1" i="0">
                <a:solidFill>
                  <a:srgbClr val="2E5E8C"/>
                </a:solidFill>
              </a:rPr>
              <a:t>3.  </a:t>
            </a:r>
            <a:r>
              <a:rPr sz="2800" b="0" i="0">
                <a:solidFill>
                  <a:srgbClr val="222B36"/>
                </a:solidFill>
              </a:rPr>
              <a:t>How can we hold our own convictions about baptism while showing love to Christians who practise it differently?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Baptized into Christ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What does Romans 6 say baptism should mean for the way we live this week?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