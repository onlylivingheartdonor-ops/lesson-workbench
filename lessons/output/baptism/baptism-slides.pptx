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looks forward as well as back. "Like as Christ was raised up from the dead by the glory of the Father, even so we also should walk in newness of life" (Romans 6:4). Whatever our tradition, the baptized are called to live as people who belong to the risen Christ.</a:t>
            </a:r>
          </a:p>
          <a:p/>
          <a:p>
            <a:r>
              <a:t>“by our very profession made in baptism we have renounced sin, and have pledged ourselves to live to God.” — Albert Barnes, Notes on the New Testament, on Romans 6:3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and it speaks of our union with Christ; Christians share these truths while differing honestly over who should be baptized, how, and what baptism does.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Called to walk in newness of life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We also should walk in newness of life.</a:t>
            </a:r>
          </a:p>
          <a:p>
            <a:pPr>
              <a:spcAft>
                <a:spcPts val="1800"/>
              </a:spcAft>
            </a:pPr>
            <a:r>
              <a:rPr sz="3000" b="1" i="0">
                <a:solidFill>
                  <a:srgbClr val="2E5E8C"/>
                </a:solidFill>
              </a:rPr>
              <a:t>•  </a:t>
            </a:r>
            <a:r>
              <a:rPr sz="3000" b="0" i="0">
                <a:solidFill>
                  <a:srgbClr val="222B36"/>
                </a:solidFill>
              </a:rPr>
              <a:t>The baptized are called to live as people who belong to the risen Christ.</a:t>
            </a:r>
          </a:p>
          <a:p>
            <a:pPr>
              <a:spcAft>
                <a:spcPts val="1000"/>
              </a:spcAft>
            </a:pPr>
            <a:r>
              <a:rPr sz="2000" b="0" i="1">
                <a:solidFill>
                  <a:srgbClr val="6B7280"/>
                </a:solidFill>
              </a:rPr>
              <a:t>Read: Romans 6:4-11; 2 Corinthians 5:17; Colossians 3:1-3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Each tradition points to particular verses. Why do sincere Christians reading the same Bible reach different conclusions about baptism?</a:t>
            </a:r>
          </a:p>
          <a:p>
            <a:pPr>
              <a:spcAft>
                <a:spcPts val="1800"/>
              </a:spcAft>
            </a:pPr>
            <a:r>
              <a:rPr sz="2800" b="1" i="0">
                <a:solidFill>
                  <a:srgbClr val="2E5E8C"/>
                </a:solidFill>
              </a:rPr>
              <a:t>3.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does Romans 6 say baptism should mean for the way we live this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