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Lutherans teach that the Holy Spirit is given through the means God has appointed: the preaching of the Word and the Sacraments. Through these he creates faith and keeps us in it (Romans 10:17). Luther warned against "enthusiasts" who claimed that the Spirit spoke to them directly, apart from or above Scripture. Extraordinary gifts are not denied as impossible, but they are not expected as the normal Christian life, they are not signs of a higher class of Christians, and they must never be set beside or above the Word. God gives all believers gifts to serve their neighbours in their callings. Christians pray for the sick and trust God's good will. Since the 1960s a charismatic movement has existed among some Lutherans, but this is not the church's historic teaching.</a:t>
            </a:r>
          </a:p>
          <a:p/>
          <a:p>
            <a:r>
              <a:t>“For through the Word and Sacraments, as through instruments, the Holy Ghost is given, who works faith” — Philip Melanchthon, The Augsburg Confession, “Article V: Of the Ministry”</a:t>
            </a:r>
          </a:p>
          <a:p/>
          <a:p>
            <a:r>
              <a:t>“It is through the Word of God and the Sacraments that the Holy Spirit does His work in us.” — Joseph Stump, An Explanation of Luther's Small Catechism, “Chapter XXXIII: The Means of Grace”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Lutherans teach that the Spirit works chiefly through the Word and Sacraments, and test every claimed experience by the Word.</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   ·   Lutheran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Spirit comes through the Word and Sacraments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Faith cometh by hearing, and hearing by the word of God.</a:t>
            </a:r>
          </a:p>
          <a:p>
            <a:pPr>
              <a:spcAft>
                <a:spcPts val="1800"/>
              </a:spcAft>
            </a:pPr>
            <a:r>
              <a:rPr sz="3000" b="1" i="0">
                <a:solidFill>
                  <a:srgbClr val="2E5E8C"/>
                </a:solidFill>
              </a:rPr>
              <a:t>•  </a:t>
            </a:r>
            <a:r>
              <a:rPr sz="3000" b="0" i="0">
                <a:solidFill>
                  <a:srgbClr val="222B36"/>
                </a:solidFill>
              </a:rPr>
              <a:t>The Holy Ghost is given through the Word and Sacraments.</a:t>
            </a:r>
          </a:p>
          <a:p>
            <a:pPr>
              <a:spcAft>
                <a:spcPts val="1000"/>
              </a:spcAft>
            </a:pPr>
            <a:r>
              <a:rPr sz="2000" b="0" i="1">
                <a:solidFill>
                  <a:srgbClr val="6B7280"/>
                </a:solidFill>
              </a:rPr>
              <a:t>Read: Romans 10:17; 1 Corinthians 14:33; 1 Corinthians 14:40; 2 Timothy 3:16-17; Luke 16:29-31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do Lutherans insist that the Spirit works through the Word and Sacraments?</a:t>
            </a:r>
          </a:p>
          <a:p>
            <a:pPr>
              <a:spcAft>
                <a:spcPts val="1800"/>
              </a:spcAft>
            </a:pPr>
            <a:r>
              <a:rPr sz="2800" b="1" i="0">
                <a:solidFill>
                  <a:srgbClr val="2E5E8C"/>
                </a:solidFill>
              </a:rPr>
              <a:t>3.  </a:t>
            </a:r>
            <a:r>
              <a:rPr sz="2800" b="0" i="0">
                <a:solidFill>
                  <a:srgbClr val="222B36"/>
                </a:solidFill>
              </a:rPr>
              <a:t>What gifts has God given you, and how could you use one this week to serve others?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the gifts while loving believers who see this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