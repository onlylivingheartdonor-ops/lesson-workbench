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Paul names the most impressive things he can think of: speaking in every language, prophecy, knowledge, mountain-moving faith, giving everything away, even martyrdom. Without love, each one is just noise or nothing. God measures our lives not by how impressive they are but by how much love is in them.</a:t>
            </a:r>
          </a:p>
          <a:p/>
          <a:p>
            <a:r>
              <a:t>“Charity, or love to God and man, the sum and substance of all true religion” — Adam Clarke, Commentary on the Bible, on 1 Corinthians 13:1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Verses 4-7 describe what love does, and it is very practical. It is patient and kind. It does not envy or boast, and it is not rude or self-seeking. It is not quickly angered and keeps no record of wrongs. Barnes notes that every description has to do with how we behave toward other people. A good exercise is to put your own name in place of "charity" and read the verses honestly.</a:t>
            </a:r>
          </a:p>
          <a:p/>
          <a:p>
            <a:r>
              <a:t>“His illustrations are all drawn from its effect in regulating our conduct towards others, or our intercourse with them.” — Albert Barnes, Notes on the New Testament, on 1 Corinthians 13:4</a:t>
            </a:r>
          </a:p>
          <a:p/>
          <a:p>
            <a:r>
              <a:t>“Love makes allowances for the falls of others” — Andrew Robert Fausset, Commentary Critical and Explanatory on the Whole Bible (Jamieson, Fausset and Brown), on 1 Corinthians 13:5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Gifts are for this life. One day we will see God "face to face" (v. 12), and partial knowledge will give way to full knowledge. Faith and hope matter now, but love is the greatest, because God is love and love will last forever. Investing in love is investing in what lasts.</a:t>
            </a:r>
          </a:p>
          <a:p/>
          <a:p>
            <a:r>
              <a:t>“This love never falleth off, because it bears, believes, hopes, and endures all things” — Adam Clarke, Commentary on the Bible, on 1 Corinthians 13:8</a:t>
            </a:r>
          </a:p>
          <a:p/>
          <a:p>
            <a:r>
              <a:t>“It is valuable, and is to be sought, because it will always abide” — Albert Barnes, Notes on the New Testament, on 1 Corinthians 13:8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The More Excellent Way</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Without love, even our greatest gifts and sacrifices count for nothing; love is patient, kind and lasting, because it reflects God himself.</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1 Corinthians 13:1-13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Corinthians 13:1-13 (1 of 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The More Excellent Way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 </a:t>
            </a:r>
            <a:r>
              <a:rPr sz="2800" b="0" i="0">
                <a:solidFill>
                  <a:srgbClr val="222B36"/>
                </a:solidFill>
              </a:rPr>
              <a:t>Though I speak with the tongues of men and of angels, and have not charity, I am become as sounding brass, or a tinkling cymbal. </a:t>
            </a:r>
            <a:r>
              <a:rPr sz="1600" b="1" i="0">
                <a:solidFill>
                  <a:srgbClr val="2E5E8C"/>
                </a:solidFill>
              </a:rPr>
              <a:t>2 </a:t>
            </a:r>
            <a:r>
              <a:rPr sz="2800" b="0" i="0">
                <a:solidFill>
                  <a:srgbClr val="222B36"/>
                </a:solidFill>
              </a:rPr>
              <a:t>And though I have the gift of prophecy, and understand all mysteries, and all knowledge; and though I have all faith, so that I could remove mountains, and have not charity, I am nothing.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Corinthians 13:1-13 (2 of 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The More Excellent Way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3 </a:t>
            </a:r>
            <a:r>
              <a:rPr sz="2800" b="0" i="0">
                <a:solidFill>
                  <a:srgbClr val="222B36"/>
                </a:solidFill>
              </a:rPr>
              <a:t>And though I bestow all my goods to feed the poor, and though I give my body to be burned, and have not charity, it profiteth me nothing. </a:t>
            </a:r>
            <a:r>
              <a:rPr sz="1600" b="1" i="0">
                <a:solidFill>
                  <a:srgbClr val="2E5E8C"/>
                </a:solidFill>
              </a:rPr>
              <a:t>4 </a:t>
            </a:r>
            <a:r>
              <a:rPr sz="2800" b="0" i="0">
                <a:solidFill>
                  <a:srgbClr val="222B36"/>
                </a:solidFill>
              </a:rPr>
              <a:t>Charity suffereth long, and is kind; charity envieth not; charity vaunteth not itself, is not puffed up, </a:t>
            </a:r>
            <a:r>
              <a:rPr sz="1600" b="1" i="0">
                <a:solidFill>
                  <a:srgbClr val="2E5E8C"/>
                </a:solidFill>
              </a:rPr>
              <a:t>5 </a:t>
            </a:r>
            <a:r>
              <a:rPr sz="2800" b="0" i="0">
                <a:solidFill>
                  <a:srgbClr val="222B36"/>
                </a:solidFill>
              </a:rPr>
              <a:t>Doth not behave itself unseemly, seeketh not her own, is not easily provoked, thinketh no evil; </a:t>
            </a:r>
            <a:r>
              <a:rPr sz="1600" b="1" i="0">
                <a:solidFill>
                  <a:srgbClr val="2E5E8C"/>
                </a:solidFill>
              </a:rPr>
              <a:t>6 </a:t>
            </a:r>
            <a:r>
              <a:rPr sz="2800" b="0" i="0">
                <a:solidFill>
                  <a:srgbClr val="222B36"/>
                </a:solidFill>
              </a:rPr>
              <a:t>Rejoiceth not in iniquity, but rejoiceth in the truth;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Corinthians 13:1-13 (3 of 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The More Excellent Way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7 </a:t>
            </a:r>
            <a:r>
              <a:rPr sz="2800" b="0" i="0">
                <a:solidFill>
                  <a:srgbClr val="222B36"/>
                </a:solidFill>
              </a:rPr>
              <a:t>Beareth all things, believeth all things, hopeth all things, endureth all things. </a:t>
            </a:r>
            <a:r>
              <a:rPr sz="1600" b="1" i="0">
                <a:solidFill>
                  <a:srgbClr val="2E5E8C"/>
                </a:solidFill>
              </a:rPr>
              <a:t>8 </a:t>
            </a:r>
            <a:r>
              <a:rPr sz="2800" b="0" i="0">
                <a:solidFill>
                  <a:srgbClr val="222B36"/>
                </a:solidFill>
              </a:rPr>
              <a:t>Charity never faileth: but whether there be prophecies, they shall fail; whether there be tongues, they shall cease; whether there be knowledge, it shall vanish away. </a:t>
            </a:r>
            <a:r>
              <a:rPr sz="1600" b="1" i="0">
                <a:solidFill>
                  <a:srgbClr val="2E5E8C"/>
                </a:solidFill>
              </a:rPr>
              <a:t>9 </a:t>
            </a:r>
            <a:r>
              <a:rPr sz="2800" b="0" i="0">
                <a:solidFill>
                  <a:srgbClr val="222B36"/>
                </a:solidFill>
              </a:rPr>
              <a:t>For we know in part, and we prophesy in part. </a:t>
            </a:r>
            <a:r>
              <a:rPr sz="1600" b="1" i="0">
                <a:solidFill>
                  <a:srgbClr val="2E5E8C"/>
                </a:solidFill>
              </a:rPr>
              <a:t>10 </a:t>
            </a:r>
            <a:r>
              <a:rPr sz="2800" b="0" i="0">
                <a:solidFill>
                  <a:srgbClr val="222B36"/>
                </a:solidFill>
              </a:rPr>
              <a:t>But when that which is perfect is come, then that which is in part shall be done away.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Corinthians 13:1-13 (4 of 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The More Excellent Way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11 </a:t>
            </a:r>
            <a:r>
              <a:rPr sz="2800" b="0" i="0">
                <a:solidFill>
                  <a:srgbClr val="222B36"/>
                </a:solidFill>
              </a:rPr>
              <a:t>When I was a child, I spake as a child, I understood as a child, I thought as a child: but when I became a man, I put away childish things. </a:t>
            </a:r>
            <a:r>
              <a:rPr sz="1600" b="1" i="0">
                <a:solidFill>
                  <a:srgbClr val="2E5E8C"/>
                </a:solidFill>
              </a:rPr>
              <a:t>12 </a:t>
            </a:r>
            <a:r>
              <a:rPr sz="2800" b="0" i="0">
                <a:solidFill>
                  <a:srgbClr val="222B36"/>
                </a:solidFill>
              </a:rPr>
              <a:t>For now we see through a glass, darkly; but then face to face: now I know in part; but then shall I know even as also I am known. </a:t>
            </a:r>
            <a:r>
              <a:rPr sz="1600" b="1" i="0">
                <a:solidFill>
                  <a:srgbClr val="2E5E8C"/>
                </a:solidFill>
              </a:rPr>
              <a:t>13 </a:t>
            </a:r>
            <a:r>
              <a:rPr sz="2800" b="0" i="0">
                <a:solidFill>
                  <a:srgbClr val="222B36"/>
                </a:solidFill>
              </a:rPr>
              <a:t>And now abideth faith, hope, charity, these three; but the greatest of these is charity.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Without love, nothing else counts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The More Excellent Way</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Without love, I am as sounding brass or a tinkling cymbal.</a:t>
            </a:r>
          </a:p>
          <a:p>
            <a:pPr>
              <a:spcAft>
                <a:spcPts val="1800"/>
              </a:spcAft>
            </a:pPr>
            <a:r>
              <a:rPr sz="3000" b="1" i="0">
                <a:solidFill>
                  <a:srgbClr val="2E5E8C"/>
                </a:solidFill>
              </a:rPr>
              <a:t>•  </a:t>
            </a:r>
            <a:r>
              <a:rPr sz="3000" b="0" i="0">
                <a:solidFill>
                  <a:srgbClr val="222B36"/>
                </a:solidFill>
              </a:rPr>
              <a:t>Without love, even great gifts profit me nothing.</a:t>
            </a:r>
          </a:p>
          <a:p>
            <a:pPr>
              <a:spcAft>
                <a:spcPts val="1000"/>
              </a:spcAft>
            </a:pPr>
            <a:r>
              <a:rPr sz="2000" b="0" i="1">
                <a:solidFill>
                  <a:srgbClr val="6B7280"/>
                </a:solidFill>
              </a:rPr>
              <a:t>Read: 1 Corinthians 13:1-3; Matthew 22:37-40; 1 John 4:7-8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Love is shown in how we treat people</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The More Excellent Way</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Love suffers long and is kind.</a:t>
            </a:r>
          </a:p>
          <a:p>
            <a:pPr>
              <a:spcAft>
                <a:spcPts val="1800"/>
              </a:spcAft>
            </a:pPr>
            <a:r>
              <a:rPr sz="3000" b="1" i="0">
                <a:solidFill>
                  <a:srgbClr val="2E5E8C"/>
                </a:solidFill>
              </a:rPr>
              <a:t>•  </a:t>
            </a:r>
            <a:r>
              <a:rPr sz="3000" b="0" i="0">
                <a:solidFill>
                  <a:srgbClr val="222B36"/>
                </a:solidFill>
              </a:rPr>
              <a:t>Love is seen in how we treat other people.</a:t>
            </a:r>
          </a:p>
          <a:p>
            <a:pPr>
              <a:spcAft>
                <a:spcPts val="1000"/>
              </a:spcAft>
            </a:pPr>
            <a:r>
              <a:rPr sz="2000" b="0" i="1">
                <a:solidFill>
                  <a:srgbClr val="6B7280"/>
                </a:solidFill>
              </a:rPr>
              <a:t>Read: 1 Corinthians 13:4-7; Romans 12:9-10; Colossians 3:12-14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Love never fails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The More Excellent Way</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Charity never faileth (fails).</a:t>
            </a:r>
          </a:p>
          <a:p>
            <a:pPr>
              <a:spcAft>
                <a:spcPts val="1800"/>
              </a:spcAft>
            </a:pPr>
            <a:r>
              <a:rPr sz="3000" b="1" i="0">
                <a:solidFill>
                  <a:srgbClr val="2E5E8C"/>
                </a:solidFill>
              </a:rPr>
              <a:t>•  </a:t>
            </a:r>
            <a:r>
              <a:rPr sz="3000" b="0" i="0">
                <a:solidFill>
                  <a:srgbClr val="222B36"/>
                </a:solidFill>
              </a:rPr>
              <a:t>The greatest of faith, hope and charity is charity (love).</a:t>
            </a:r>
          </a:p>
          <a:p>
            <a:pPr>
              <a:spcAft>
                <a:spcPts val="1000"/>
              </a:spcAft>
            </a:pPr>
            <a:r>
              <a:rPr sz="2000" b="0" i="1">
                <a:solidFill>
                  <a:srgbClr val="6B7280"/>
                </a:solidFill>
              </a:rPr>
              <a:t>Read: 1 Corinthians 13:8-13; 1 John 4:16; Romans 8:38-39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The More Excellent Way</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Why do you think Paul put this chapter in the middle of a discussion about spiritual gifts?</a:t>
            </a:r>
          </a:p>
          <a:p>
            <a:pPr>
              <a:spcAft>
                <a:spcPts val="1800"/>
              </a:spcAft>
            </a:pPr>
            <a:r>
              <a:rPr sz="2800" b="1" i="0">
                <a:solidFill>
                  <a:srgbClr val="2E5E8C"/>
                </a:solidFill>
              </a:rPr>
              <a:t>2.  </a:t>
            </a:r>
            <a:r>
              <a:rPr sz="2800" b="0" i="0">
                <a:solidFill>
                  <a:srgbClr val="222B36"/>
                </a:solidFill>
              </a:rPr>
              <a:t>Read verses 4-7 with your own name in place of "charity." Which line is hardest to say truthfully?</a:t>
            </a:r>
          </a:p>
          <a:p>
            <a:pPr>
              <a:spcAft>
                <a:spcPts val="1800"/>
              </a:spcAft>
            </a:pPr>
            <a:r>
              <a:rPr sz="2800" b="1" i="0">
                <a:solidFill>
                  <a:srgbClr val="2E5E8C"/>
                </a:solidFill>
              </a:rPr>
              <a:t>3.  </a:t>
            </a:r>
            <a:r>
              <a:rPr sz="2800" b="0" i="0">
                <a:solidFill>
                  <a:srgbClr val="222B36"/>
                </a:solidFill>
              </a:rPr>
              <a:t>Love "thinketh no evil" (v. 5) and keeps no record of wrongs. How is that different from ignoring wrongdoing?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The More Excellent Way</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Why is love greater than faith and hope?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