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right anger, at injustice and sin, like Christ's own. But even right anger easily turns into sin. Paul gives a practical rule: "let not the sun go down upon your wrath." Anger that is kept overnight hardens into resentment, and that gives the devil a foothold.</a:t>
            </a:r>
          </a:p>
          <a:p/>
          <a:p>
            <a:r>
              <a:t>“Should circumstances arise to call for anger on your part, let it be as Christ's "anger" (Mr 3:5), without sin.” — Andrew Robert Fausset, Commentary Critical and Explanatory on the Whole Bible (Jamieson, Fausset and Brown), on Ephesians 4:26</a:t>
            </a:r>
          </a:p>
          <a:p/>
          <a:p>
            <a:r>
              <a:t>“The keeping of anger through the darkness of night, is giving place to the devil, the prince of darkness” — Andrew Robert Fausset, Commentary Critical and Explanatory on the Whole Bible (Jamieson, Fausset and Brown), on Ephesians 4:27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Verses 29-31 list what has to go: corrupt speech, bitterness, wrath, anger, clamour (shouting), evil speaking and malice. In their place: words that build up and give grace to those who hear. Paul adds a tender warning: "grieve not the holy Spirit of God." Our unkind words do not just hurt people; they grieve God, who lives in us.</a:t>
            </a:r>
          </a:p>
          <a:p/>
          <a:p>
            <a:r>
              <a:t>“It is astonishing that any who profess the Christian name should indulge bitterness of spirit.” — Adam Clarke, Commentary on the Bible, on Ephesians 4:31</a:t>
            </a:r>
          </a:p>
          <a:p/>
          <a:p>
            <a:r>
              <a:t>“This is addressed to Christians, and it proves that it is possible for them to grieve the Holy Spirit.” — Albert Barnes, Notes on the New Testament, on Ephesians 4:30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does not only say "stop"; he says "start." "Be ye kind one to another, tenderhearted, forgiving one another, even as God for Christ's sake hath forgiven you" (v. 32). The cure for bitterness is not just suppressing anger; it is remembering how much God has forgiven us, and passing that forgiveness on.</a:t>
            </a:r>
          </a:p>
          <a:p/>
          <a:p>
            <a:r>
              <a:t>“it is but just that you in turn shall be so to your fellow men” — Andrew Robert Fausset, Commentary Critical and Explanatory on the Whole Bible (Jamieson, Fausset and Brown), on Ephesians 4:32</a:t>
            </a:r>
          </a:p>
          <a:p/>
          <a:p>
            <a:r>
              <a:t>“Christianity produces true courteousness, or politeness.” — Albert Barnes, Notes on the New Testament, on Ephesians 4:32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Be Angry, and Sin Not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Anger itself is not always sin, but we must deal with it quickly, put away bitterness, and replace it with the kindness and forgiveness God has shown us.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Ephesians 4:25-32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Ephesians 4:25-32 (1 of 2)</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25 </a:t>
            </a:r>
            <a:r>
              <a:rPr sz="2800" b="0" i="0">
                <a:solidFill>
                  <a:srgbClr val="222B36"/>
                </a:solidFill>
              </a:rPr>
              <a:t>Wherefore putting away lying, speak every man truth with his neighbour: for we are members one of another. </a:t>
            </a:r>
            <a:r>
              <a:rPr sz="1600" b="1" i="0">
                <a:solidFill>
                  <a:srgbClr val="2E5E8C"/>
                </a:solidFill>
              </a:rPr>
              <a:t>26 </a:t>
            </a:r>
            <a:r>
              <a:rPr sz="2800" b="0" i="0">
                <a:solidFill>
                  <a:srgbClr val="222B36"/>
                </a:solidFill>
              </a:rPr>
              <a:t>Be ye angry, and sin not: let not the sun go down upon your wrath: </a:t>
            </a:r>
            <a:r>
              <a:rPr sz="1600" b="1" i="0">
                <a:solidFill>
                  <a:srgbClr val="2E5E8C"/>
                </a:solidFill>
              </a:rPr>
              <a:t>27 </a:t>
            </a:r>
            <a:r>
              <a:rPr sz="2800" b="0" i="0">
                <a:solidFill>
                  <a:srgbClr val="222B36"/>
                </a:solidFill>
              </a:rPr>
              <a:t>Neither give place to the devil. </a:t>
            </a:r>
            <a:r>
              <a:rPr sz="1600" b="1" i="0">
                <a:solidFill>
                  <a:srgbClr val="2E5E8C"/>
                </a:solidFill>
              </a:rPr>
              <a:t>28 </a:t>
            </a:r>
            <a:r>
              <a:rPr sz="2800" b="0" i="0">
                <a:solidFill>
                  <a:srgbClr val="222B36"/>
                </a:solidFill>
              </a:rPr>
              <a:t>Let him that stole steal no more: but rather let him labour, working with his hands the thing which is good, that he may have to give to him that needeth.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Ephesians 4:25-32 (2 of 2)</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29 </a:t>
            </a:r>
            <a:r>
              <a:rPr sz="2800" b="0" i="0">
                <a:solidFill>
                  <a:srgbClr val="222B36"/>
                </a:solidFill>
              </a:rPr>
              <a:t>Let no corrupt communication proceed out of your mouth, but that which is good to the use of edifying, that it may minister grace unto the hearers. </a:t>
            </a:r>
            <a:r>
              <a:rPr sz="1600" b="1" i="0">
                <a:solidFill>
                  <a:srgbClr val="2E5E8C"/>
                </a:solidFill>
              </a:rPr>
              <a:t>30 </a:t>
            </a:r>
            <a:r>
              <a:rPr sz="2800" b="0" i="0">
                <a:solidFill>
                  <a:srgbClr val="222B36"/>
                </a:solidFill>
              </a:rPr>
              <a:t>And grieve not the holy Spirit of God, whereby ye are sealed unto the day of redemption. </a:t>
            </a:r>
            <a:r>
              <a:rPr sz="1600" b="1" i="0">
                <a:solidFill>
                  <a:srgbClr val="2E5E8C"/>
                </a:solidFill>
              </a:rPr>
              <a:t>31 </a:t>
            </a:r>
            <a:r>
              <a:rPr sz="2800" b="0" i="0">
                <a:solidFill>
                  <a:srgbClr val="222B36"/>
                </a:solidFill>
              </a:rPr>
              <a:t>Let all bitterness, and wrath, and anger, and clamour, and evil speaking, be put away from you, with all malice: </a:t>
            </a:r>
            <a:r>
              <a:rPr sz="1600" b="1" i="0">
                <a:solidFill>
                  <a:srgbClr val="2E5E8C"/>
                </a:solidFill>
              </a:rPr>
              <a:t>32 </a:t>
            </a:r>
            <a:r>
              <a:rPr sz="2800" b="0" i="0">
                <a:solidFill>
                  <a:srgbClr val="222B36"/>
                </a:solidFill>
              </a:rPr>
              <a:t>And be ye kind one to another, tenderhearted, forgiving one another, even as God for Christ’s sake hath forgiven you.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Anger must be handled quickly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Be ye angry, and sin not.</a:t>
            </a:r>
          </a:p>
          <a:p>
            <a:pPr>
              <a:spcAft>
                <a:spcPts val="1800"/>
              </a:spcAft>
            </a:pPr>
            <a:r>
              <a:rPr sz="3000" b="1" i="0">
                <a:solidFill>
                  <a:srgbClr val="2E5E8C"/>
                </a:solidFill>
              </a:rPr>
              <a:t>•  </a:t>
            </a:r>
            <a:r>
              <a:rPr sz="3000" b="0" i="0">
                <a:solidFill>
                  <a:srgbClr val="222B36"/>
                </a:solidFill>
              </a:rPr>
              <a:t>Let not the sun go down upon your wrath.</a:t>
            </a:r>
          </a:p>
          <a:p>
            <a:pPr>
              <a:spcAft>
                <a:spcPts val="1000"/>
              </a:spcAft>
            </a:pPr>
            <a:r>
              <a:rPr sz="2000" b="0" i="1">
                <a:solidFill>
                  <a:srgbClr val="6B7280"/>
                </a:solidFill>
              </a:rPr>
              <a:t>Read: Ephesians 4:26-27; Mark 3:5; James 1:19-20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Put away bitterness and harmful words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Let no corrupt communication proceed out of your mouth.</a:t>
            </a:r>
          </a:p>
          <a:p>
            <a:pPr>
              <a:spcAft>
                <a:spcPts val="1800"/>
              </a:spcAft>
            </a:pPr>
            <a:r>
              <a:rPr sz="3000" b="1" i="0">
                <a:solidFill>
                  <a:srgbClr val="2E5E8C"/>
                </a:solidFill>
              </a:rPr>
              <a:t>•  </a:t>
            </a:r>
            <a:r>
              <a:rPr sz="3000" b="0" i="0">
                <a:solidFill>
                  <a:srgbClr val="222B36"/>
                </a:solidFill>
              </a:rPr>
              <a:t>Grieve not the holy Spirit of God.</a:t>
            </a:r>
          </a:p>
          <a:p>
            <a:pPr>
              <a:spcAft>
                <a:spcPts val="1000"/>
              </a:spcAft>
            </a:pPr>
            <a:r>
              <a:rPr sz="2000" b="0" i="1">
                <a:solidFill>
                  <a:srgbClr val="6B7280"/>
                </a:solidFill>
              </a:rPr>
              <a:t>Read: Ephesians 4:29-31; Proverbs 15:1; Colossians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Replace it with kindness and forgiveness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Be ye kind one to another, tenderhearted, forgiving one another.</a:t>
            </a:r>
          </a:p>
          <a:p>
            <a:pPr>
              <a:spcAft>
                <a:spcPts val="1800"/>
              </a:spcAft>
            </a:pPr>
            <a:r>
              <a:rPr sz="3000" b="1" i="0">
                <a:solidFill>
                  <a:srgbClr val="2E5E8C"/>
                </a:solidFill>
              </a:rPr>
              <a:t>•  </a:t>
            </a:r>
            <a:r>
              <a:rPr sz="3000" b="0" i="0">
                <a:solidFill>
                  <a:srgbClr val="222B36"/>
                </a:solidFill>
              </a:rPr>
              <a:t>Forgive even as God for Christ's sake hath forgiven you.</a:t>
            </a:r>
          </a:p>
          <a:p>
            <a:pPr>
              <a:spcAft>
                <a:spcPts val="1000"/>
              </a:spcAft>
            </a:pPr>
            <a:r>
              <a:rPr sz="2000" b="0" i="1">
                <a:solidFill>
                  <a:srgbClr val="6B7280"/>
                </a:solidFill>
              </a:rPr>
              <a:t>Read: Ephesians 4:32; Colossians 3:12-13; Matthew 6:14-15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is the difference between righteous anger and sinful anger?</a:t>
            </a:r>
          </a:p>
          <a:p>
            <a:pPr>
              <a:spcAft>
                <a:spcPts val="1800"/>
              </a:spcAft>
            </a:pPr>
            <a:r>
              <a:rPr sz="2800" b="1" i="0">
                <a:solidFill>
                  <a:srgbClr val="2E5E8C"/>
                </a:solidFill>
              </a:rPr>
              <a:t>2.  </a:t>
            </a:r>
            <a:r>
              <a:rPr sz="2800" b="0" i="0">
                <a:solidFill>
                  <a:srgbClr val="222B36"/>
                </a:solidFill>
              </a:rPr>
              <a:t>Why do you think Paul says not to let the sun go down on our anger?</a:t>
            </a:r>
          </a:p>
          <a:p>
            <a:pPr>
              <a:spcAft>
                <a:spcPts val="1800"/>
              </a:spcAft>
            </a:pPr>
            <a:r>
              <a:rPr sz="2800" b="1" i="0">
                <a:solidFill>
                  <a:srgbClr val="2E5E8C"/>
                </a:solidFill>
              </a:rPr>
              <a:t>3.  </a:t>
            </a:r>
            <a:r>
              <a:rPr sz="2800" b="0" i="0">
                <a:solidFill>
                  <a:srgbClr val="222B36"/>
                </a:solidFill>
              </a:rPr>
              <a:t>Which item in verse 31 is the hardest for you to put 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Be Angry, and Sin Not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does remembering God's forgiveness help us forgive others?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