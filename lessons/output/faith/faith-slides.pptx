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Verse 1 gives a description of faith: it gives substance to what we hope for and is convinced of what we cannot see. Faith is not wishful thinking. It rests on what God has said. Verse 3 gives the first example. None of us saw the world made, but we believe God made it because he has told us so.</a:t>
            </a:r>
          </a:p>
          <a:p/>
          <a:p>
            <a:r>
              <a:t>“We perceive with our spiritual intelligence the fact of the world's creation by God, though we see neither Him nor the act of creation” — Andrew Robert Fausset, Commentary Critical and Explanatory on the Whole Bible (Jamieson, Fausset and Brown), on Hebrews 11:3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Abel, Enoch and Noah pleased God because they trusted him. Verse 6 states the principle: whoever comes to God must believe that he exists and that he rewards those who seek him. Faith is more than knowing facts about God. It is coming to him and relying on him.</a:t>
            </a:r>
          </a:p>
          <a:p/>
          <a:p>
            <a:r>
              <a:t>“Without confidence in God--in his fidelity, his truth, his wisdom, his promises.” — Albert Barnes, Notes on the New Testament, on Hebrews 11:6</a:t>
            </a:r>
          </a:p>
          <a:p/>
          <a:p>
            <a:r>
              <a:t>“But a man may know a thing, and yet not have faith. I may know a thing, and yet not believe it.” — C. H. Spurgeon, sermon “Faith”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Noah built an ark before a drop of rain fell. Abraham left home "not knowing whither he went" (v. 8). He lived in tents in the very land God had promised him. He kept trusting because he was looking beyond this life to "a city which hath foundations, whose builder and maker is God" (v. 10). Real faith moves our feet, and it keeps moving them when the promise is slow in coming.</a:t>
            </a:r>
          </a:p>
          <a:p/>
          <a:p>
            <a:r>
              <a:t>“his obedience was the fullest proof of his faith in God” — Adam Clarke, Commentary on the Bible, on Hebrews 11:8</a:t>
            </a:r>
          </a:p>
          <a:p/>
          <a:p>
            <a:r>
              <a:t>“He knew that earth could afford no permanent residence for an immortal mind, and he looked for that heavenly building of which God is the architect and owner” — Adam Clarke, Commentary on the Bible, on Hebrews 11:10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Faith That Pleases God</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Faith takes God at his word about what we cannot yet see, and shows itself by trusting obedience.</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Hebrews 11:1-10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Hebrews 11:1-10 (1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Now faith is the substance of things hoped for, the evidence of things not seen. </a:t>
            </a:r>
            <a:r>
              <a:rPr sz="1600" b="1" i="0">
                <a:solidFill>
                  <a:srgbClr val="2E5E8C"/>
                </a:solidFill>
              </a:rPr>
              <a:t>2 </a:t>
            </a:r>
            <a:r>
              <a:rPr sz="2800" b="0" i="0">
                <a:solidFill>
                  <a:srgbClr val="222B36"/>
                </a:solidFill>
              </a:rPr>
              <a:t>For by it the elders obtained a good report. </a:t>
            </a:r>
            <a:r>
              <a:rPr sz="1600" b="1" i="0">
                <a:solidFill>
                  <a:srgbClr val="2E5E8C"/>
                </a:solidFill>
              </a:rPr>
              <a:t>3 </a:t>
            </a:r>
            <a:r>
              <a:rPr sz="2800" b="0" i="0">
                <a:solidFill>
                  <a:srgbClr val="222B36"/>
                </a:solidFill>
              </a:rPr>
              <a:t>Through faith we understand that the worlds were framed by the word of God, so that things which are seen were not made of things which do appear.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Hebrews 11:1-10 (2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By faith Abel offered unto God a more excellent sacrifice than Cain, by which he obtained witness that he was righteous, God testifying of his gifts: and by it he being dead yet speaketh. </a:t>
            </a:r>
            <a:r>
              <a:rPr sz="1600" b="1" i="0">
                <a:solidFill>
                  <a:srgbClr val="2E5E8C"/>
                </a:solidFill>
              </a:rPr>
              <a:t>5 </a:t>
            </a:r>
            <a:r>
              <a:rPr sz="2800" b="0" i="0">
                <a:solidFill>
                  <a:srgbClr val="222B36"/>
                </a:solidFill>
              </a:rPr>
              <a:t>By faith Enoch was translated that he should not see death; and was not found, because God had translated him: for before his translation he had this testimony, that he pleased God.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Hebrews 11:1-10 (3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6 </a:t>
            </a:r>
            <a:r>
              <a:rPr sz="2800" b="0" i="0">
                <a:solidFill>
                  <a:srgbClr val="222B36"/>
                </a:solidFill>
              </a:rPr>
              <a:t>But without faith it is impossible to please him: for he that cometh to God must believe that he is, and that he is a rewarder of them that diligently seek him.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Hebrews 11:1-10 (4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7 </a:t>
            </a:r>
            <a:r>
              <a:rPr sz="2800" b="0" i="0">
                <a:solidFill>
                  <a:srgbClr val="222B36"/>
                </a:solidFill>
              </a:rPr>
              <a:t>By faith Noah, being warned of God of things not seen as yet, moved with fear, prepared an ark to the saving of his house; by the which he condemned the world, and became heir of the righteousness which is by faith.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Hebrews 11:1-10 (5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By faith Abraham, when he was called to go out into a place which he should after receive for an inheritance, obeyed; and he went out, not knowing whither he went. </a:t>
            </a:r>
            <a:r>
              <a:rPr sz="1600" b="1" i="0">
                <a:solidFill>
                  <a:srgbClr val="2E5E8C"/>
                </a:solidFill>
              </a:rPr>
              <a:t>9 </a:t>
            </a:r>
            <a:r>
              <a:rPr sz="2800" b="0" i="0">
                <a:solidFill>
                  <a:srgbClr val="222B36"/>
                </a:solidFill>
              </a:rPr>
              <a:t>By faith he sojourned in the land of promise, as in a strange country, dwelling in tabernacles with Isaac and Jacob, the heirs with him of the same promise: </a:t>
            </a:r>
            <a:r>
              <a:rPr sz="1600" b="1" i="0">
                <a:solidFill>
                  <a:srgbClr val="2E5E8C"/>
                </a:solidFill>
              </a:rPr>
              <a:t>10 </a:t>
            </a:r>
            <a:r>
              <a:rPr sz="2800" b="0" i="0">
                <a:solidFill>
                  <a:srgbClr val="222B36"/>
                </a:solidFill>
              </a:rPr>
              <a:t>For he looked for a city which hath foundations, whose builder and maker is God.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Faith trusts what God has said about what we cannot see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Faith is the evidence of things not seen.</a:t>
            </a:r>
          </a:p>
          <a:p>
            <a:pPr>
              <a:spcAft>
                <a:spcPts val="1800"/>
              </a:spcAft>
            </a:pPr>
            <a:r>
              <a:rPr sz="3000" b="1" i="0">
                <a:solidFill>
                  <a:srgbClr val="2E5E8C"/>
                </a:solidFill>
              </a:rPr>
              <a:t>•  </a:t>
            </a:r>
            <a:r>
              <a:rPr sz="3000" b="0" i="0">
                <a:solidFill>
                  <a:srgbClr val="222B36"/>
                </a:solidFill>
              </a:rPr>
              <a:t>Faith rests on what God has said.</a:t>
            </a:r>
          </a:p>
          <a:p>
            <a:pPr>
              <a:spcAft>
                <a:spcPts val="1000"/>
              </a:spcAft>
            </a:pPr>
            <a:r>
              <a:rPr sz="2000" b="0" i="1">
                <a:solidFill>
                  <a:srgbClr val="6B7280"/>
                </a:solidFill>
              </a:rPr>
              <a:t>Read: Hebrews 11:1-3; 2 Corinthians 5:7; Romans 10:17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Without faith it is impossible to please God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Without faith it is impossible to please God.</a:t>
            </a:r>
          </a:p>
          <a:p>
            <a:pPr>
              <a:spcAft>
                <a:spcPts val="1800"/>
              </a:spcAft>
            </a:pPr>
            <a:r>
              <a:rPr sz="3000" b="1" i="0">
                <a:solidFill>
                  <a:srgbClr val="2E5E8C"/>
                </a:solidFill>
              </a:rPr>
              <a:t>•  </a:t>
            </a:r>
            <a:r>
              <a:rPr sz="3000" b="0" i="0">
                <a:solidFill>
                  <a:srgbClr val="222B36"/>
                </a:solidFill>
              </a:rPr>
              <a:t>Faith is not only knowing about God but trusting him.</a:t>
            </a:r>
          </a:p>
          <a:p>
            <a:pPr>
              <a:spcAft>
                <a:spcPts val="1000"/>
              </a:spcAft>
            </a:pPr>
            <a:r>
              <a:rPr sz="2000" b="0" i="1">
                <a:solidFill>
                  <a:srgbClr val="6B7280"/>
                </a:solidFill>
              </a:rPr>
              <a:t>Read: Hebrews 11:4-6; Romans 4:20-21; James 2:19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Faith obeys and keeps going</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Abraham went out, not knowing whither (where) he went.</a:t>
            </a:r>
          </a:p>
          <a:p>
            <a:pPr>
              <a:spcAft>
                <a:spcPts val="1800"/>
              </a:spcAft>
            </a:pPr>
            <a:r>
              <a:rPr sz="3000" b="1" i="0">
                <a:solidFill>
                  <a:srgbClr val="2E5E8C"/>
                </a:solidFill>
              </a:rPr>
              <a:t>•  </a:t>
            </a:r>
            <a:r>
              <a:rPr sz="3000" b="0" i="0">
                <a:solidFill>
                  <a:srgbClr val="222B36"/>
                </a:solidFill>
              </a:rPr>
              <a:t>Faith shows itself in trusting obedience.</a:t>
            </a:r>
          </a:p>
          <a:p>
            <a:pPr>
              <a:spcAft>
                <a:spcPts val="1000"/>
              </a:spcAft>
            </a:pPr>
            <a:r>
              <a:rPr sz="2000" b="0" i="1">
                <a:solidFill>
                  <a:srgbClr val="6B7280"/>
                </a:solidFill>
              </a:rPr>
              <a:t>Read: Hebrews 11:7-10; Genesis 12:1-4; Hebrews 11:13-16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How would you explain the difference between faith and wishful thinking?</a:t>
            </a:r>
          </a:p>
          <a:p>
            <a:pPr>
              <a:spcAft>
                <a:spcPts val="1800"/>
              </a:spcAft>
            </a:pPr>
            <a:r>
              <a:rPr sz="2800" b="1" i="0">
                <a:solidFill>
                  <a:srgbClr val="2E5E8C"/>
                </a:solidFill>
              </a:rPr>
              <a:t>2.  </a:t>
            </a:r>
            <a:r>
              <a:rPr sz="2800" b="0" i="0">
                <a:solidFill>
                  <a:srgbClr val="222B36"/>
                </a:solidFill>
              </a:rPr>
              <a:t>Why do you think the writer chose people whose stories include failures?</a:t>
            </a:r>
          </a:p>
          <a:p>
            <a:pPr>
              <a:spcAft>
                <a:spcPts val="1800"/>
              </a:spcAft>
            </a:pPr>
            <a:r>
              <a:rPr sz="2800" b="1" i="0">
                <a:solidFill>
                  <a:srgbClr val="2E5E8C"/>
                </a:solidFill>
              </a:rPr>
              <a:t>3.  </a:t>
            </a:r>
            <a:r>
              <a:rPr sz="2800" b="0" i="0">
                <a:solidFill>
                  <a:srgbClr val="222B36"/>
                </a:solidFill>
              </a:rPr>
              <a:t>Noah and Abraham acted before they saw anything happen. Where is God asking you to trust him before you see the outcome?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 That Pleases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Abraham looked for a heavenly city. How does hope for the future help us keep trusting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