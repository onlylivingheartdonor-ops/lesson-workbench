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ten prayed, "Jesus, Master, have mercy on us." All ten obeyed by setting off for the priests. All ten were healed. Jesus' mercy was generous to every one of them, including the nine who never thanked him. God gives many good gifts to people who never acknowledge him (Matthew 5:45).</a:t>
            </a:r>
          </a:p>
          <a:p/>
          <a:p>
            <a:r>
              <a:t>“Temporal mercies are then doubled and sweetened to us when they are fetched in by the prayers of faith, and returned by the praises of faith.” — Matthew Henry, Commentary on the Whole Bible, on Luke 17:11-19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are the nine?" Barnes suggests they were busy doing what they had been told and eager to get on with their lives. They were not wicked, just forgetful. Ingratitude is often not rebellion but neglect. The one who came back turned around, praised God with a loud voice, and fell at Jesus' feet. Gratitude goes back to the Giver.</a:t>
            </a:r>
          </a:p>
          <a:p/>
          <a:p>
            <a:r>
              <a:t>“They were impatient to be healed and selfish in wishing it, and had no gratitude to God” — Albert Barnes, Notes on the New Testament, on Luke 17:17</a:t>
            </a:r>
          </a:p>
          <a:p/>
          <a:p>
            <a:r>
              <a:t>“This man, sensible of the power of God and grateful for his mercies, returned to express his gratitude to God for his goodness.” — Albert Barnes, Notes on the New Testament, on Luke 17:15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Jesus told the Samaritan, "Thy faith hath made thee whole." All ten were cleansed in body, but this man received something more: a personal encounter with Jesus and a word of welcome. Gratitude does not earn God's gifts; it brings us closer to the Giver. Those who seem furthest from God are sometimes the most thankful.</a:t>
            </a:r>
          </a:p>
          <a:p/>
          <a:p>
            <a:r>
              <a:t>“not as the others, merely in body, but in that higher spiritual sense” — David Brown, Commentary Critical and Explanatory on the Whole Bible (Jamieson, Fausset and Brown), on Luke 17:19</a:t>
            </a:r>
          </a:p>
          <a:p/>
          <a:p>
            <a:r>
              <a:t>“Often God receives more praise and affectionate obedience from those who had long lived without his knowledge and fear, than from those who were bred up among his people” — Adam Clarke, Commentary on the Bible, on Luke 17:18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Where Are the Nine?</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Gratitude turns back to Jesus to give thanks; receiving God's gifts without thanking him misses the greatest blessing of all.</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Luke 17:11-19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17:11-19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Where Are the Nine?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11 </a:t>
            </a:r>
            <a:r>
              <a:rPr sz="2800" b="0" i="0">
                <a:solidFill>
                  <a:srgbClr val="222B36"/>
                </a:solidFill>
              </a:rPr>
              <a:t>And it came to pass, as he went to Jerusalem, that he passed through the midst of Samaria and Galilee. </a:t>
            </a:r>
            <a:r>
              <a:rPr sz="1600" b="1" i="0">
                <a:solidFill>
                  <a:srgbClr val="2E5E8C"/>
                </a:solidFill>
              </a:rPr>
              <a:t>12 </a:t>
            </a:r>
            <a:r>
              <a:rPr sz="2800" b="0" i="0">
                <a:solidFill>
                  <a:srgbClr val="222B36"/>
                </a:solidFill>
              </a:rPr>
              <a:t>And as he entered into a certain village, there met him ten men that were lepers, which stood afar off: </a:t>
            </a:r>
            <a:r>
              <a:rPr sz="1600" b="1" i="0">
                <a:solidFill>
                  <a:srgbClr val="2E5E8C"/>
                </a:solidFill>
              </a:rPr>
              <a:t>13 </a:t>
            </a:r>
            <a:r>
              <a:rPr sz="2800" b="0" i="0">
                <a:solidFill>
                  <a:srgbClr val="222B36"/>
                </a:solidFill>
              </a:rPr>
              <a:t>And they lifted up their voices, and said, Jesus, Master, have mercy on us.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17:11-19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Where Are the Nine?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14 </a:t>
            </a:r>
            <a:r>
              <a:rPr sz="2800" b="0" i="0">
                <a:solidFill>
                  <a:srgbClr val="222B36"/>
                </a:solidFill>
              </a:rPr>
              <a:t>And when he saw them, he said unto them, Go shew yourselves unto the priests. And it came to pass, that, as they went, they were cleansed. </a:t>
            </a:r>
            <a:r>
              <a:rPr sz="1600" b="1" i="0">
                <a:solidFill>
                  <a:srgbClr val="2E5E8C"/>
                </a:solidFill>
              </a:rPr>
              <a:t>15 </a:t>
            </a:r>
            <a:r>
              <a:rPr sz="2800" b="0" i="0">
                <a:solidFill>
                  <a:srgbClr val="222B36"/>
                </a:solidFill>
              </a:rPr>
              <a:t>And one of them, when he saw that he was healed, turned back, and with a loud voice glorified God, </a:t>
            </a:r>
            <a:r>
              <a:rPr sz="1600" b="1" i="0">
                <a:solidFill>
                  <a:srgbClr val="2E5E8C"/>
                </a:solidFill>
              </a:rPr>
              <a:t>16 </a:t>
            </a:r>
            <a:r>
              <a:rPr sz="2800" b="0" i="0">
                <a:solidFill>
                  <a:srgbClr val="222B36"/>
                </a:solidFill>
              </a:rPr>
              <a:t>And fell down on his face at his feet, giving him thanks: and he was a Samaritan.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17:11-19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Where Are the Nine?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17 </a:t>
            </a:r>
            <a:r>
              <a:rPr sz="2800" b="0" i="0">
                <a:solidFill>
                  <a:srgbClr val="222B36"/>
                </a:solidFill>
              </a:rPr>
              <a:t>And Jesus answering said, Were there not ten cleansed? but where are the nine? </a:t>
            </a:r>
            <a:r>
              <a:rPr sz="1600" b="1" i="0">
                <a:solidFill>
                  <a:srgbClr val="2E5E8C"/>
                </a:solidFill>
              </a:rPr>
              <a:t>18 </a:t>
            </a:r>
            <a:r>
              <a:rPr sz="2800" b="0" i="0">
                <a:solidFill>
                  <a:srgbClr val="222B36"/>
                </a:solidFill>
              </a:rPr>
              <a:t>There are not found that returned to give glory to God, save this stranger. </a:t>
            </a:r>
            <a:r>
              <a:rPr sz="1600" b="1" i="0">
                <a:solidFill>
                  <a:srgbClr val="2E5E8C"/>
                </a:solidFill>
              </a:rPr>
              <a:t>19 </a:t>
            </a:r>
            <a:r>
              <a:rPr sz="2800" b="0" i="0">
                <a:solidFill>
                  <a:srgbClr val="222B36"/>
                </a:solidFill>
              </a:rPr>
              <a:t>And he said unto him, Arise, go thy way: thy faith hath made thee whole.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Ten cried for mercy and all ten were healed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Where Are the Nine?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All ten lepers cried, "Jesus, Master, have mercy on us."</a:t>
            </a:r>
          </a:p>
          <a:p>
            <a:pPr>
              <a:spcAft>
                <a:spcPts val="1800"/>
              </a:spcAft>
            </a:pPr>
            <a:r>
              <a:rPr sz="3000" b="1" i="0">
                <a:solidFill>
                  <a:srgbClr val="2E5E8C"/>
                </a:solidFill>
              </a:rPr>
              <a:t>•  </a:t>
            </a:r>
            <a:r>
              <a:rPr sz="3000" b="0" i="0">
                <a:solidFill>
                  <a:srgbClr val="222B36"/>
                </a:solidFill>
              </a:rPr>
              <a:t>As they went, they were cleansed.</a:t>
            </a:r>
          </a:p>
          <a:p>
            <a:pPr>
              <a:spcAft>
                <a:spcPts val="1000"/>
              </a:spcAft>
            </a:pPr>
            <a:r>
              <a:rPr sz="2000" b="0" i="1">
                <a:solidFill>
                  <a:srgbClr val="6B7280"/>
                </a:solidFill>
              </a:rPr>
              <a:t>Read: Luke 17:11-14; Matthew 5:45; Psalm 145:9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Only one returned to give thanks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Where Are the Nine?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"Were there not ten cleansed? but where are the nine?"</a:t>
            </a:r>
          </a:p>
          <a:p>
            <a:pPr>
              <a:spcAft>
                <a:spcPts val="1800"/>
              </a:spcAft>
            </a:pPr>
            <a:r>
              <a:rPr sz="3000" b="1" i="0">
                <a:solidFill>
                  <a:srgbClr val="2E5E8C"/>
                </a:solidFill>
              </a:rPr>
              <a:t>•  </a:t>
            </a:r>
            <a:r>
              <a:rPr sz="3000" b="0" i="0">
                <a:solidFill>
                  <a:srgbClr val="222B36"/>
                </a:solidFill>
              </a:rPr>
              <a:t>Ingratitude is often not rebellion but neglect (forgetfulness).</a:t>
            </a:r>
          </a:p>
          <a:p>
            <a:pPr>
              <a:spcAft>
                <a:spcPts val="1000"/>
              </a:spcAft>
            </a:pPr>
            <a:r>
              <a:rPr sz="2000" b="0" i="1">
                <a:solidFill>
                  <a:srgbClr val="6B7280"/>
                </a:solidFill>
              </a:rPr>
              <a:t>Read: Luke 17:15-18; Psalm 103:2; Romans 1:21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Thankfulness receives the greater blessing</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Where Are the Nine?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Thy faith hath made thee whole.</a:t>
            </a:r>
          </a:p>
          <a:p>
            <a:pPr>
              <a:spcAft>
                <a:spcPts val="1800"/>
              </a:spcAft>
            </a:pPr>
            <a:r>
              <a:rPr sz="3000" b="1" i="0">
                <a:solidFill>
                  <a:srgbClr val="2E5E8C"/>
                </a:solidFill>
              </a:rPr>
              <a:t>•  </a:t>
            </a:r>
            <a:r>
              <a:rPr sz="3000" b="0" i="0">
                <a:solidFill>
                  <a:srgbClr val="222B36"/>
                </a:solidFill>
              </a:rPr>
              <a:t>In every thing give thanks.</a:t>
            </a:r>
          </a:p>
          <a:p>
            <a:pPr>
              <a:spcAft>
                <a:spcPts val="1000"/>
              </a:spcAft>
            </a:pPr>
            <a:r>
              <a:rPr sz="2000" b="0" i="1">
                <a:solidFill>
                  <a:srgbClr val="6B7280"/>
                </a:solidFill>
              </a:rPr>
              <a:t>Read: Luke 17:19; 1 Thessalonians 5:18; Colossians 3:15-17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Where Are the Nine?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the nine did not come back?</a:t>
            </a:r>
          </a:p>
          <a:p>
            <a:pPr>
              <a:spcAft>
                <a:spcPts val="1800"/>
              </a:spcAft>
            </a:pPr>
            <a:r>
              <a:rPr sz="2800" b="1" i="0">
                <a:solidFill>
                  <a:srgbClr val="2E5E8C"/>
                </a:solidFill>
              </a:rPr>
              <a:t>2.  </a:t>
            </a:r>
            <a:r>
              <a:rPr sz="2800" b="0" i="0">
                <a:solidFill>
                  <a:srgbClr val="222B36"/>
                </a:solidFill>
              </a:rPr>
              <a:t>What blessings do we most easily take for granted?</a:t>
            </a:r>
          </a:p>
          <a:p>
            <a:pPr>
              <a:spcAft>
                <a:spcPts val="1800"/>
              </a:spcAft>
            </a:pPr>
            <a:r>
              <a:rPr sz="2800" b="1" i="0">
                <a:solidFill>
                  <a:srgbClr val="2E5E8C"/>
                </a:solidFill>
              </a:rPr>
              <a:t>3.  </a:t>
            </a:r>
            <a:r>
              <a:rPr sz="2800" b="0" i="0">
                <a:solidFill>
                  <a:srgbClr val="222B36"/>
                </a:solidFill>
              </a:rPr>
              <a:t>Why might the outsider, the Samaritan, have been the one to return?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Where Are the Nine?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does giving thanks change the person who gives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