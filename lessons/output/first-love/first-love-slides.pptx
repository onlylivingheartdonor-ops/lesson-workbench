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"I know thy works, and thy labour, and thy patience" (v. 2). Jesus noticed everything: their hard work, their endurance, their stand against false teaching. Nothing done for him is unseen. This is a comfort for every faithful, unnoticed servant.</a:t>
            </a:r>
          </a:p>
          <a:p/>
          <a:p>
            <a:r>
              <a:t>“I know thy works. The common formula with which all the epistles to the seven churches are introduced.” — Albert Barnes, Notes on the New Testament, on Revelation 2:2</a:t>
            </a:r>
          </a:p>
          <a:p/>
          <a:p>
            <a:r>
              <a:t>“you have not given way to murmuring or complaints in trial” — Albert Barnes, Notes on the New Testament, on Revelation 2:3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"Nevertheless I have somewhat against thee, because thou hast left thy first love" (v. 4). They had not lost correct belief or hard work; they had lost love: love for Christ, and probably love for one another. It is possible to keep doing all the right things while the heart slowly cools.</a:t>
            </a:r>
          </a:p>
          <a:p/>
          <a:p>
            <a:r>
              <a:t>“Notwithstanding this general commendation, there are things which I cannot approve.” — Albert Barnes, Notes on the New Testament, on Revelation 2:4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Jesus gives three steps (v. 5). Remember how it was when you first came to him. Repent: turn around. Return and "do the first works" again, the things you did when love was fresh. The warning is serious: a church without love may lose its lampstand. The promise is wonderful: the one who overcomes will eat of the tree of life (v. 7).</a:t>
            </a:r>
          </a:p>
          <a:p/>
          <a:p>
            <a:r>
              <a:t>“Consider the state of grace in which you once stood; the happiness, love, and joy which you felt when ye received remission of sins” — Adam Clarke, Commentary on the Bible, on Revelation 2:5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246120"/>
            <a:ext cx="1463040" cy="73152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400" b="1" i="0">
                <a:solidFill>
                  <a:srgbClr val="222B36"/>
                </a:solidFill>
              </a:rPr>
              <a:t>Return to Your First Love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2044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1">
                <a:solidFill>
                  <a:srgbClr val="222B36"/>
                </a:solidFill>
              </a:rPr>
              <a:t>Jesus sees our faithful work, but he wants our love even more; when love has cooled, he calls us to remember, repent and return.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6B7280"/>
                </a:solidFill>
              </a:rPr>
              <a:t>Revelation 2:1-7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Revelation 2:1-7 (1 of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Return to Your First Love   ·   KJV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2E5E8C"/>
                </a:solidFill>
              </a:rPr>
              <a:t>1 </a:t>
            </a:r>
            <a:r>
              <a:rPr sz="2800" b="0" i="0">
                <a:solidFill>
                  <a:srgbClr val="222B36"/>
                </a:solidFill>
              </a:rPr>
              <a:t>Unto the angel of the church of Ephesus write; These things saith he that holdeth the seven stars in his right hand, who walketh in the midst of the seven golden candlesticks; </a:t>
            </a:r>
            <a:r>
              <a:rPr sz="1600" b="1" i="0">
                <a:solidFill>
                  <a:srgbClr val="2E5E8C"/>
                </a:solidFill>
              </a:rPr>
              <a:t>2 </a:t>
            </a:r>
            <a:r>
              <a:rPr sz="2800" b="0" i="0">
                <a:solidFill>
                  <a:srgbClr val="222B36"/>
                </a:solidFill>
              </a:rPr>
              <a:t>I know thy works, and thy labour, and thy patience, and how thou canst not bear them which are evil: and thou hast tried them which say they are apostles, and are not, and hast found them liars: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Revelation 2:1-7 (2 of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Return to Your First Love   ·   KJV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2E5E8C"/>
                </a:solidFill>
              </a:rPr>
              <a:t>3 </a:t>
            </a:r>
            <a:r>
              <a:rPr sz="2800" b="0" i="0">
                <a:solidFill>
                  <a:srgbClr val="222B36"/>
                </a:solidFill>
              </a:rPr>
              <a:t>And hast borne, and hast patience, and for my name’s sake hast laboured, and hast not fainted. </a:t>
            </a:r>
            <a:r>
              <a:rPr sz="1600" b="1" i="0">
                <a:solidFill>
                  <a:srgbClr val="2E5E8C"/>
                </a:solidFill>
              </a:rPr>
              <a:t>4 </a:t>
            </a:r>
            <a:r>
              <a:rPr sz="2800" b="0" i="0">
                <a:solidFill>
                  <a:srgbClr val="222B36"/>
                </a:solidFill>
              </a:rPr>
              <a:t>Nevertheless I have somewhat against thee, because thou hast left thy first love. </a:t>
            </a:r>
            <a:r>
              <a:rPr sz="1600" b="1" i="0">
                <a:solidFill>
                  <a:srgbClr val="2E5E8C"/>
                </a:solidFill>
              </a:rPr>
              <a:t>5 </a:t>
            </a:r>
            <a:r>
              <a:rPr sz="2800" b="0" i="0">
                <a:solidFill>
                  <a:srgbClr val="222B36"/>
                </a:solidFill>
              </a:rPr>
              <a:t>Remember therefore from whence thou art fallen, and repent, and do the first works; or else I will come unto thee quickly, and will remove thy candlestick out of his place, except thou repent.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Revelation 2:1-7 (3 of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Return to Your First Love   ·   KJV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2E5E8C"/>
                </a:solidFill>
              </a:rPr>
              <a:t>6 </a:t>
            </a:r>
            <a:r>
              <a:rPr sz="2800" b="0" i="0">
                <a:solidFill>
                  <a:srgbClr val="222B36"/>
                </a:solidFill>
              </a:rPr>
              <a:t>But this thou hast, that thou hatest the deeds of the Nicolaitans, which I also hate. </a:t>
            </a:r>
            <a:r>
              <a:rPr sz="1600" b="1" i="0">
                <a:solidFill>
                  <a:srgbClr val="2E5E8C"/>
                </a:solidFill>
              </a:rPr>
              <a:t>7 </a:t>
            </a:r>
            <a:r>
              <a:rPr sz="2800" b="0" i="0">
                <a:solidFill>
                  <a:srgbClr val="222B36"/>
                </a:solidFill>
              </a:rPr>
              <a:t>He that hath an ear, let him hear what the Spirit saith unto the churches; To him that overcometh will I give to eat of the tree of life, which is in the midst of the paradise of God.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1. Jesus knows our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Return to Your First Love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 i="0">
                <a:solidFill>
                  <a:srgbClr val="2E5E8C"/>
                </a:solidFill>
              </a:rPr>
              <a:t>•  </a:t>
            </a:r>
            <a:r>
              <a:rPr sz="3000" b="0" i="0">
                <a:solidFill>
                  <a:srgbClr val="222B36"/>
                </a:solidFill>
              </a:rPr>
              <a:t>Jesus said, "I know thy works."</a:t>
            </a:r>
          </a:p>
          <a:p>
            <a:pPr>
              <a:spcAft>
                <a:spcPts val="1800"/>
              </a:spcAft>
            </a:pPr>
            <a:r>
              <a:rPr sz="3000" b="1" i="0">
                <a:solidFill>
                  <a:srgbClr val="2E5E8C"/>
                </a:solidFill>
              </a:rPr>
              <a:t>•  </a:t>
            </a:r>
            <a:r>
              <a:rPr sz="3000" b="0" i="0">
                <a:solidFill>
                  <a:srgbClr val="222B36"/>
                </a:solidFill>
              </a:rPr>
              <a:t>Nothing done for Jesus goes unseen (unnoticed).</a:t>
            </a:r>
          </a:p>
          <a:p>
            <a:pPr>
              <a:spcAft>
                <a:spcPts val="1000"/>
              </a:spcAft>
            </a:pPr>
            <a:r>
              <a:rPr sz="2000" b="0" i="1">
                <a:solidFill>
                  <a:srgbClr val="6B7280"/>
                </a:solidFill>
              </a:rPr>
              <a:t>Read: Revelation 2:1-3; Hebrews 6:10; 1 Corinthians 15:58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2. Busy, but losing love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Return to Your First Love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 i="0">
                <a:solidFill>
                  <a:srgbClr val="2E5E8C"/>
                </a:solidFill>
              </a:rPr>
              <a:t>•  </a:t>
            </a:r>
            <a:r>
              <a:rPr sz="3000" b="0" i="0">
                <a:solidFill>
                  <a:srgbClr val="222B36"/>
                </a:solidFill>
              </a:rPr>
              <a:t>Thou hast left thy first love.</a:t>
            </a:r>
          </a:p>
          <a:p>
            <a:pPr>
              <a:spcAft>
                <a:spcPts val="1800"/>
              </a:spcAft>
            </a:pPr>
            <a:r>
              <a:rPr sz="3000" b="1" i="0">
                <a:solidFill>
                  <a:srgbClr val="2E5E8C"/>
                </a:solidFill>
              </a:rPr>
              <a:t>•  </a:t>
            </a:r>
            <a:r>
              <a:rPr sz="3000" b="0" i="0">
                <a:solidFill>
                  <a:srgbClr val="222B36"/>
                </a:solidFill>
              </a:rPr>
              <a:t>We can keep doing the right things while the heart cools.</a:t>
            </a:r>
          </a:p>
          <a:p>
            <a:pPr>
              <a:spcAft>
                <a:spcPts val="1000"/>
              </a:spcAft>
            </a:pPr>
            <a:r>
              <a:rPr sz="2000" b="0" i="1">
                <a:solidFill>
                  <a:srgbClr val="6B7280"/>
                </a:solidFill>
              </a:rPr>
              <a:t>Read: Revelation 2:4; Matthew 24:12; Jeremiah 2:2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3. Remember, repent, return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Return to Your First Love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 i="0">
                <a:solidFill>
                  <a:srgbClr val="2E5E8C"/>
                </a:solidFill>
              </a:rPr>
              <a:t>•  </a:t>
            </a:r>
            <a:r>
              <a:rPr sz="3000" b="0" i="0">
                <a:solidFill>
                  <a:srgbClr val="222B36"/>
                </a:solidFill>
              </a:rPr>
              <a:t>Remember therefore from whence thou art fallen, and repent.</a:t>
            </a:r>
          </a:p>
          <a:p>
            <a:pPr>
              <a:spcAft>
                <a:spcPts val="1800"/>
              </a:spcAft>
            </a:pPr>
            <a:r>
              <a:rPr sz="3000" b="1" i="0">
                <a:solidFill>
                  <a:srgbClr val="2E5E8C"/>
                </a:solidFill>
              </a:rPr>
              <a:t>•  </a:t>
            </a:r>
            <a:r>
              <a:rPr sz="3000" b="0" i="0">
                <a:solidFill>
                  <a:srgbClr val="222B36"/>
                </a:solidFill>
              </a:rPr>
              <a:t>Do the first works.</a:t>
            </a:r>
          </a:p>
          <a:p>
            <a:pPr>
              <a:spcAft>
                <a:spcPts val="1000"/>
              </a:spcAft>
            </a:pPr>
            <a:r>
              <a:rPr sz="2000" b="0" i="1">
                <a:solidFill>
                  <a:srgbClr val="6B7280"/>
                </a:solidFill>
              </a:rPr>
              <a:t>Read: Revelation 2:5-7; Hosea 14:1-4; Luke 15:20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Discuss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Return to Your First Love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800" b="1" i="0">
                <a:solidFill>
                  <a:srgbClr val="2E5E8C"/>
                </a:solidFill>
              </a:rPr>
              <a:t>1.  </a:t>
            </a:r>
            <a:r>
              <a:rPr sz="2800" b="0" i="0">
                <a:solidFill>
                  <a:srgbClr val="222B36"/>
                </a:solidFill>
              </a:rPr>
              <a:t>What did Jesus commend in the Ephesian church? Why do you think he started there?</a:t>
            </a:r>
          </a:p>
          <a:p>
            <a:pPr>
              <a:spcAft>
                <a:spcPts val="1800"/>
              </a:spcAft>
            </a:pPr>
            <a:r>
              <a:rPr sz="2800" b="1" i="0">
                <a:solidFill>
                  <a:srgbClr val="2E5E8C"/>
                </a:solidFill>
              </a:rPr>
              <a:t>2.  </a:t>
            </a:r>
            <a:r>
              <a:rPr sz="2800" b="0" i="0">
                <a:solidFill>
                  <a:srgbClr val="222B36"/>
                </a:solidFill>
              </a:rPr>
              <a:t>How can a church or a Christian be doctrinally sound and hard-working but still lose its first love?</a:t>
            </a:r>
          </a:p>
          <a:p>
            <a:pPr>
              <a:spcAft>
                <a:spcPts val="1800"/>
              </a:spcAft>
            </a:pPr>
            <a:r>
              <a:rPr sz="2800" b="1" i="0">
                <a:solidFill>
                  <a:srgbClr val="2E5E8C"/>
                </a:solidFill>
              </a:rPr>
              <a:t>3.  </a:t>
            </a:r>
            <a:r>
              <a:rPr sz="2800" b="0" i="0">
                <a:solidFill>
                  <a:srgbClr val="222B36"/>
                </a:solidFill>
              </a:rPr>
              <a:t>What were the "first works" in your early Christian life?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Discuss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Return to Your First Love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800" b="1" i="0">
                <a:solidFill>
                  <a:srgbClr val="2E5E8C"/>
                </a:solidFill>
              </a:rPr>
              <a:t>4.  </a:t>
            </a:r>
            <a:r>
              <a:rPr sz="2800" b="0" i="0">
                <a:solidFill>
                  <a:srgbClr val="222B36"/>
                </a:solidFill>
              </a:rPr>
              <a:t>What practical steps help rekindle love for Christ?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