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begins with a test: "no man can say that Jesus is the Lord, but by the Holy Ghost" (v. 3). The Spirit's first and greatest work is to bring people to honour Jesus. Any claimed spiritual experience that does not exalt Christ is not from the Holy Spirit.</a:t>
            </a:r>
          </a:p>
          <a:p/>
          <a:p>
            <a:r>
              <a:t>“The design of the passage is to give them some simple general guide by which they could at once recognize the operations of the Spirit of God” — Albert Barnes, Notes on the New Testament, on 1 Corinthians 12:3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diversities of gifts, but the same Spirit" (v. 4). Every believer is given some "manifestation of the Spirit ... to profit withal," that is, for the common good (v. 7). Gifts are not trophies to display but tools to serve others. No one has every gift, and no one has none.</a:t>
            </a:r>
          </a:p>
          <a:p/>
          <a:p>
            <a:r>
              <a:t>“Whatever gifts God has bestowed, or in what various ways soever the Spirit of God may have manifested himself, it is all for the common benefit of the Church.” — Adam Clarke, Commentary on the Bible, on 1 Corinthians 12:7</a:t>
            </a:r>
          </a:p>
          <a:p/>
          <a:p>
            <a:r>
              <a:t>“Gifts and graces, charismata and charis, greatly differ.” — Matthew Henry, Commentary on the Whole Bible, on 1 Corinthians 12:1-11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historic Reformed view is that the revelatory and miraculous gifts listed here (prophecy, tongues and their interpretation, miracles and gifts of healing) belonged to the founding age of the church. God gave them to confirm the apostles' message (Hebrews 2:3-4; 2 Corinthians 12:12) while the New Testament was being written. God has now spoken finally in his Son (Hebrews 1:1-2), and the Scriptures are complete and sufficient (2 Timothy 3:16-17); the Westminster Confession says God's former ways of revealing his will are "now ceased." This does not mean the Spirit is inactive. He gives every believer gifts for teaching, serving, giving and leading; he illumines the Scriptures; and God hears prayer for the sick and heals as he wills. Some Reformed Christians today believe the gifts continue.</a:t>
            </a:r>
          </a:p>
          <a:p/>
          <a:p>
            <a:r>
              <a:t>“namely, extraordinary offices and powers, bestowed on ministers and Christians in the first ages, for conviction of unbelievers, and propagation of the gospel.” — Matthew Henry, Commentary on the Whole Bible, on 1 Corinthians 12:1-11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Gifts of the Spirit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The one Spirit gives every believer gifts for the common good; the Reformed tradition holds that the revelatory and miraculous gifts served the apostles' founding age, while the Spirit now works through the completed Scriptures.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1 Corinthians 12:1-11   ·   Presbyterian and Reformed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Now concerning spiritual gifts, brethren, I would not have you ignorant. </a:t>
            </a:r>
            <a:r>
              <a:rPr sz="1600" b="1" i="0">
                <a:solidFill>
                  <a:srgbClr val="2E5E8C"/>
                </a:solidFill>
              </a:rPr>
              <a:t>2 </a:t>
            </a:r>
            <a:r>
              <a:rPr sz="2800" b="0" i="0">
                <a:solidFill>
                  <a:srgbClr val="222B36"/>
                </a:solidFill>
              </a:rPr>
              <a:t>Ye know that ye were Gentiles, carried away unto these dumb idols, even as ye were led. </a:t>
            </a:r>
            <a:r>
              <a:rPr sz="1600" b="1" i="0">
                <a:solidFill>
                  <a:srgbClr val="2E5E8C"/>
                </a:solidFill>
              </a:rPr>
              <a:t>3 </a:t>
            </a:r>
            <a:r>
              <a:rPr sz="2800" b="0" i="0">
                <a:solidFill>
                  <a:srgbClr val="222B36"/>
                </a:solidFill>
              </a:rPr>
              <a:t>Wherefore I give you to understand, that no man speaking by the Spirit of God calleth Jesus accursed: and that no man can say that Jesus is the Lord, but by the Holy Ghost.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Now there are diversities of gifts, but the same Spirit. </a:t>
            </a:r>
            <a:r>
              <a:rPr sz="1600" b="1" i="0">
                <a:solidFill>
                  <a:srgbClr val="2E5E8C"/>
                </a:solidFill>
              </a:rPr>
              <a:t>5 </a:t>
            </a:r>
            <a:r>
              <a:rPr sz="2800" b="0" i="0">
                <a:solidFill>
                  <a:srgbClr val="222B36"/>
                </a:solidFill>
              </a:rPr>
              <a:t>And there are differences of administrations, but the same Lord. </a:t>
            </a:r>
            <a:r>
              <a:rPr sz="1600" b="1" i="0">
                <a:solidFill>
                  <a:srgbClr val="2E5E8C"/>
                </a:solidFill>
              </a:rPr>
              <a:t>6 </a:t>
            </a:r>
            <a:r>
              <a:rPr sz="2800" b="0" i="0">
                <a:solidFill>
                  <a:srgbClr val="222B36"/>
                </a:solidFill>
              </a:rPr>
              <a:t>And there are diversities of operations, but it is the same God which worketh all in all. </a:t>
            </a:r>
            <a:r>
              <a:rPr sz="1600" b="1" i="0">
                <a:solidFill>
                  <a:srgbClr val="2E5E8C"/>
                </a:solidFill>
              </a:rPr>
              <a:t>7 </a:t>
            </a:r>
            <a:r>
              <a:rPr sz="2800" b="0" i="0">
                <a:solidFill>
                  <a:srgbClr val="222B36"/>
                </a:solidFill>
              </a:rPr>
              <a:t>But the manifestation of the Spirit is given to every man to profit withal.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For to one is given by the Spirit the word of wisdom; to another the word of knowledge by the same Spirit; </a:t>
            </a:r>
            <a:r>
              <a:rPr sz="1600" b="1" i="0">
                <a:solidFill>
                  <a:srgbClr val="2E5E8C"/>
                </a:solidFill>
              </a:rPr>
              <a:t>9 </a:t>
            </a:r>
            <a:r>
              <a:rPr sz="2800" b="0" i="0">
                <a:solidFill>
                  <a:srgbClr val="222B36"/>
                </a:solidFill>
              </a:rPr>
              <a:t>To another faith by the same Spirit; to another the gifts of healing by the same Spirit; </a:t>
            </a:r>
            <a:r>
              <a:rPr sz="1600" b="1" i="0">
                <a:solidFill>
                  <a:srgbClr val="2E5E8C"/>
                </a:solidFill>
              </a:rPr>
              <a:t>10 </a:t>
            </a:r>
            <a:r>
              <a:rPr sz="2800" b="0" i="0">
                <a:solidFill>
                  <a:srgbClr val="222B36"/>
                </a:solidFill>
              </a:rPr>
              <a:t>To another the working of miracles; to another prophecy; to another discerning of spirits; to another divers kinds of tongues; to another the interpretation of tongues: </a:t>
            </a:r>
            <a:r>
              <a:rPr sz="1600" b="1" i="0">
                <a:solidFill>
                  <a:srgbClr val="2E5E8C"/>
                </a:solidFill>
              </a:rPr>
              <a:t>11 </a:t>
            </a:r>
            <a:r>
              <a:rPr sz="2800" b="0" i="0">
                <a:solidFill>
                  <a:srgbClr val="222B36"/>
                </a:solidFill>
              </a:rPr>
              <a:t>But all these worketh that one and the selfsame Spirit, dividing to every man severally as he will.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The Spirit leads us to confess Jesus as Lord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No man can say that Jesus is the Lord, but by the Holy Ghost (Spirit).</a:t>
            </a:r>
          </a:p>
          <a:p>
            <a:pPr>
              <a:spcAft>
                <a:spcPts val="1800"/>
              </a:spcAft>
            </a:pPr>
            <a:r>
              <a:rPr sz="3000" b="1" i="0">
                <a:solidFill>
                  <a:srgbClr val="2E5E8C"/>
                </a:solidFill>
              </a:rPr>
              <a:t>•  </a:t>
            </a:r>
            <a:r>
              <a:rPr sz="3000" b="0" i="0">
                <a:solidFill>
                  <a:srgbClr val="222B36"/>
                </a:solidFill>
              </a:rPr>
              <a:t>The Spirit's first work is to honour (glorify) Jesus.</a:t>
            </a:r>
          </a:p>
          <a:p>
            <a:pPr>
              <a:spcAft>
                <a:spcPts val="1000"/>
              </a:spcAft>
            </a:pPr>
            <a:r>
              <a:rPr sz="2000" b="0" i="1">
                <a:solidFill>
                  <a:srgbClr val="6B7280"/>
                </a:solidFill>
              </a:rPr>
              <a:t>Read: 1 Corinthians 12:1-3; John 16:13-14; 1 John 4:1-3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One Spirit, many gifts, for the common good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There are diversities of gifts, but the same Spirit.</a:t>
            </a:r>
          </a:p>
          <a:p>
            <a:pPr>
              <a:spcAft>
                <a:spcPts val="1800"/>
              </a:spcAft>
            </a:pPr>
            <a:r>
              <a:rPr sz="3000" b="1" i="0">
                <a:solidFill>
                  <a:srgbClr val="2E5E8C"/>
                </a:solidFill>
              </a:rPr>
              <a:t>•  </a:t>
            </a:r>
            <a:r>
              <a:rPr sz="3000" b="0" i="0">
                <a:solidFill>
                  <a:srgbClr val="222B36"/>
                </a:solidFill>
              </a:rPr>
              <a:t>Gifts are given for the common good.</a:t>
            </a:r>
          </a:p>
          <a:p>
            <a:pPr>
              <a:spcAft>
                <a:spcPts val="1000"/>
              </a:spcAft>
            </a:pPr>
            <a:r>
              <a:rPr sz="2000" b="0" i="1">
                <a:solidFill>
                  <a:srgbClr val="6B7280"/>
                </a:solidFill>
              </a:rPr>
              <a:t>Read: 1 Corinthians 12:4-7; Romans 12:4-8; 1 Peter 4:10-11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The Spirit speaks in the completed Scriptures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God hath in these last days spoken unto us by his Son.</a:t>
            </a:r>
          </a:p>
          <a:p>
            <a:pPr>
              <a:spcAft>
                <a:spcPts val="1800"/>
              </a:spcAft>
            </a:pPr>
            <a:r>
              <a:rPr sz="3000" b="1" i="0">
                <a:solidFill>
                  <a:srgbClr val="2E5E8C"/>
                </a:solidFill>
              </a:rPr>
              <a:t>•  </a:t>
            </a:r>
            <a:r>
              <a:rPr sz="3000" b="0" i="0">
                <a:solidFill>
                  <a:srgbClr val="222B36"/>
                </a:solidFill>
              </a:rPr>
              <a:t>The Scriptures are complete and sufficient for faith and life.</a:t>
            </a:r>
          </a:p>
          <a:p>
            <a:pPr>
              <a:spcAft>
                <a:spcPts val="1000"/>
              </a:spcAft>
            </a:pPr>
            <a:r>
              <a:rPr sz="2000" b="0" i="1">
                <a:solidFill>
                  <a:srgbClr val="6B7280"/>
                </a:solidFill>
              </a:rPr>
              <a:t>Read: Hebrews 1:1-2; Hebrews 2:3-4; Ephesians 2:20; 2 Timothy 3:16-17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spiritual gifts, according to this passage?</a:t>
            </a:r>
          </a:p>
          <a:p>
            <a:pPr>
              <a:spcAft>
                <a:spcPts val="1800"/>
              </a:spcAft>
            </a:pPr>
            <a:r>
              <a:rPr sz="2800" b="1" i="0">
                <a:solidFill>
                  <a:srgbClr val="2E5E8C"/>
                </a:solidFill>
              </a:rPr>
              <a:t>2.  </a:t>
            </a:r>
            <a:r>
              <a:rPr sz="2800" b="0" i="0">
                <a:solidFill>
                  <a:srgbClr val="222B36"/>
                </a:solidFill>
              </a:rPr>
              <a:t>Why does the Reformed tradition connect the miraculous gifts with the apostles' time?</a:t>
            </a:r>
          </a:p>
          <a:p>
            <a:pPr>
              <a:spcAft>
                <a:spcPts val="1800"/>
              </a:spcAft>
            </a:pPr>
            <a:r>
              <a:rPr sz="2800" b="1" i="0">
                <a:solidFill>
                  <a:srgbClr val="2E5E8C"/>
                </a:solidFill>
              </a:rPr>
              <a:t>3.  </a:t>
            </a:r>
            <a:r>
              <a:rPr sz="2800" b="0" i="0">
                <a:solidFill>
                  <a:srgbClr val="222B36"/>
                </a:solidFill>
              </a:rPr>
              <a:t>What gifts has God given you, and how could you use one this week to serve others?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the gifts while loving believers who see this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