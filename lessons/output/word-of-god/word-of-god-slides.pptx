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"O how love I thy law! it is my meditation all the day" (v. 97). The writer does not merely tolerate Scripture; he loves it, and that love shows in how often he thinks about it. Meditation means turning God's word over in the mind throughout the day, as a cow chews its cud.</a:t>
            </a:r>
          </a:p>
          <a:p/>
          <a:p>
            <a:r>
              <a:t>“This is one of the strongest marks of a gracious and pious heart, cast in the mould of obedience.” — Adam Clarke, Commentary on the Bible, on Psalm 119:97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writer says God's word has made him wiser than his enemies, his teachers and the elders (vv. 98-100). This is not pride; the wisdom is not his own. Real understanding of God, ourselves and life comes from God's word, and it grows as we obey it (vv. 101-104). To the one who loves it, it is "sweeter than honey."</a:t>
            </a:r>
          </a:p>
          <a:p/>
          <a:p>
            <a:r>
              <a:t>“Spiritual knowledge increases while we tread in the path of obedience. Obedience is the grand means of growth and instruction.” — Adam Clarke, Commentary on the Bible, on Psalm 119:104</a:t>
            </a:r>
          </a:p>
          <a:p/>
          <a:p>
            <a:r>
              <a:t>“There is such a thing as a spiritual taste” — Matthew Henry, Commentary on the Whole Bible, on Psalm 119:103-104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"Thy word is a lamp unto my feet, and a light unto my path" (v. 105). In the ancient world a small oil lamp lit only a few steps ahead. God's word does not always show us the whole road at once, but it gives enough light for the next step, and then the next.</a:t>
            </a:r>
          </a:p>
          <a:p/>
          <a:p>
            <a:r>
              <a:t>“Not only does the Word of God inform us of His will, but, as a light on a path in darkness, it shows us how to follow the right and avoid the wrong way.” — Andrew Robert Fausset, Commentary Critical and Explanatory on the Whole Bible (Jamieson, Fausset and Brown), on Psalm 119:105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246120"/>
            <a:ext cx="1463040" cy="73152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400" b="1" i="0">
                <a:solidFill>
                  <a:srgbClr val="222B36"/>
                </a:solidFill>
              </a:rPr>
              <a:t>Thy Word Is a Lamp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2044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400" b="0" i="1">
                <a:solidFill>
                  <a:srgbClr val="222B36"/>
                </a:solidFill>
              </a:rPr>
              <a:t>God's word is to be loved, pondered and obeyed; it gives wisdom for life and light for each step of the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6B7280"/>
                </a:solidFill>
              </a:rPr>
              <a:t>Psalm 119:97-105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Psalm 119:97-105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Thy Word Is a Lamp   ·   KJV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2E5E8C"/>
                </a:solidFill>
              </a:rPr>
              <a:t>97 </a:t>
            </a:r>
            <a:r>
              <a:rPr sz="2800" b="0" i="0">
                <a:solidFill>
                  <a:srgbClr val="222B36"/>
                </a:solidFill>
              </a:rPr>
              <a:t>O how love I thy law! it is my meditation all the day. </a:t>
            </a:r>
            <a:r>
              <a:rPr sz="1600" b="1" i="0">
                <a:solidFill>
                  <a:srgbClr val="2E5E8C"/>
                </a:solidFill>
              </a:rPr>
              <a:t>98 </a:t>
            </a:r>
            <a:r>
              <a:rPr sz="2800" b="0" i="0">
                <a:solidFill>
                  <a:srgbClr val="222B36"/>
                </a:solidFill>
              </a:rPr>
              <a:t>Thou through thy commandments hast made me wiser than mine enemies: for they are ever with me. </a:t>
            </a:r>
            <a:r>
              <a:rPr sz="1600" b="1" i="0">
                <a:solidFill>
                  <a:srgbClr val="2E5E8C"/>
                </a:solidFill>
              </a:rPr>
              <a:t>99 </a:t>
            </a:r>
            <a:r>
              <a:rPr sz="2800" b="0" i="0">
                <a:solidFill>
                  <a:srgbClr val="222B36"/>
                </a:solidFill>
              </a:rPr>
              <a:t>I have more understanding than all my teachers: for thy testimonies are my meditation. </a:t>
            </a:r>
            <a:r>
              <a:rPr sz="1600" b="1" i="0">
                <a:solidFill>
                  <a:srgbClr val="2E5E8C"/>
                </a:solidFill>
              </a:rPr>
              <a:t>100 </a:t>
            </a:r>
            <a:r>
              <a:rPr sz="2800" b="0" i="0">
                <a:solidFill>
                  <a:srgbClr val="222B36"/>
                </a:solidFill>
              </a:rPr>
              <a:t>I understand more than the ancients, because I keep thy precepts. </a:t>
            </a:r>
            <a:r>
              <a:rPr sz="1600" b="1" i="0">
                <a:solidFill>
                  <a:srgbClr val="2E5E8C"/>
                </a:solidFill>
              </a:rPr>
              <a:t>101 </a:t>
            </a:r>
            <a:r>
              <a:rPr sz="2800" b="0" i="0">
                <a:solidFill>
                  <a:srgbClr val="222B36"/>
                </a:solidFill>
              </a:rPr>
              <a:t>I have refrained my feet from every evil way, that I might keep thy word.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Psalm 119:97-105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Thy Word Is a Lamp   ·   KJV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i="0">
                <a:solidFill>
                  <a:srgbClr val="2E5E8C"/>
                </a:solidFill>
              </a:rPr>
              <a:t>102 </a:t>
            </a:r>
            <a:r>
              <a:rPr sz="2800" b="0" i="0">
                <a:solidFill>
                  <a:srgbClr val="222B36"/>
                </a:solidFill>
              </a:rPr>
              <a:t>I have not departed from thy judgments: for thou hast taught me. </a:t>
            </a:r>
            <a:r>
              <a:rPr sz="1600" b="1" i="0">
                <a:solidFill>
                  <a:srgbClr val="2E5E8C"/>
                </a:solidFill>
              </a:rPr>
              <a:t>103 </a:t>
            </a:r>
            <a:r>
              <a:rPr sz="2800" b="0" i="0">
                <a:solidFill>
                  <a:srgbClr val="222B36"/>
                </a:solidFill>
              </a:rPr>
              <a:t>How sweet are thy words unto my taste! yea, sweeter than honey to my mouth! </a:t>
            </a:r>
            <a:r>
              <a:rPr sz="1600" b="1" i="0">
                <a:solidFill>
                  <a:srgbClr val="2E5E8C"/>
                </a:solidFill>
              </a:rPr>
              <a:t>104 </a:t>
            </a:r>
            <a:r>
              <a:rPr sz="2800" b="0" i="0">
                <a:solidFill>
                  <a:srgbClr val="222B36"/>
                </a:solidFill>
              </a:rPr>
              <a:t>Through thy precepts I get understanding: therefore I hate every false way. </a:t>
            </a:r>
            <a:r>
              <a:rPr sz="1600" b="1" i="0">
                <a:solidFill>
                  <a:srgbClr val="2E5E8C"/>
                </a:solidFill>
              </a:rPr>
              <a:t>105 </a:t>
            </a:r>
            <a:r>
              <a:rPr sz="2800" b="0" i="0">
                <a:solidFill>
                  <a:srgbClr val="222B36"/>
                </a:solidFill>
              </a:rPr>
              <a:t>Thy word is a lamp unto my feet, and a light unto my path.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1. Love God's word and keep it 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Thy Word Is a Lamp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O how love I thy law! it is my meditation all the day.</a:t>
            </a:r>
          </a:p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Meditation means turning God's word over in the mind throughout the day.</a:t>
            </a:r>
          </a:p>
          <a:p>
            <a:pPr>
              <a:spcAft>
                <a:spcPts val="1000"/>
              </a:spcAft>
            </a:pPr>
            <a:r>
              <a:rPr sz="2000" b="0" i="1">
                <a:solidFill>
                  <a:srgbClr val="6B7280"/>
                </a:solidFill>
              </a:rPr>
              <a:t>Read: Psalm 119:97; Psalm 1:1-2; Joshua 1:8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2. God's word gives wisdom for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Thy Word Is a Lamp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Through thy precepts I get understanding.</a:t>
            </a:r>
          </a:p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Spiritual knowledge grows as we obey God's word.</a:t>
            </a:r>
          </a:p>
          <a:p>
            <a:pPr>
              <a:spcAft>
                <a:spcPts val="1000"/>
              </a:spcAft>
            </a:pPr>
            <a:r>
              <a:rPr sz="2000" b="0" i="1">
                <a:solidFill>
                  <a:srgbClr val="6B7280"/>
                </a:solidFill>
              </a:rPr>
              <a:t>Read: Psalm 119:98-104; 2 Timothy 3:15-17; James 1:22-25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3. A lamp for each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Thy Word Is a Lamp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Thy word is a lamp unto my feet.</a:t>
            </a:r>
          </a:p>
          <a:p>
            <a:pPr>
              <a:spcAft>
                <a:spcPts val="1800"/>
              </a:spcAft>
            </a:pPr>
            <a:r>
              <a:rPr sz="3000" b="1" i="0">
                <a:solidFill>
                  <a:srgbClr val="2E5E8C"/>
                </a:solidFill>
              </a:rPr>
              <a:t>•  </a:t>
            </a:r>
            <a:r>
              <a:rPr sz="3000" b="0" i="0">
                <a:solidFill>
                  <a:srgbClr val="222B36"/>
                </a:solidFill>
              </a:rPr>
              <a:t>God's word gives enough light for the next step.</a:t>
            </a:r>
          </a:p>
          <a:p>
            <a:pPr>
              <a:spcAft>
                <a:spcPts val="1000"/>
              </a:spcAft>
            </a:pPr>
            <a:r>
              <a:rPr sz="2000" b="0" i="1">
                <a:solidFill>
                  <a:srgbClr val="6B7280"/>
                </a:solidFill>
              </a:rPr>
              <a:t>Read: Psalm 119:105; Proverbs 6:23; 2 Peter 1:19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Discuss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Thy Word Is a Lamp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1.  </a:t>
            </a:r>
            <a:r>
              <a:rPr sz="2800" b="0" i="0">
                <a:solidFill>
                  <a:srgbClr val="222B36"/>
                </a:solidFill>
              </a:rPr>
              <a:t>What is the difference between reading the Bible and meditating on it?</a:t>
            </a:r>
          </a:p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2.  </a:t>
            </a:r>
            <a:r>
              <a:rPr sz="2800" b="0" i="0">
                <a:solidFill>
                  <a:srgbClr val="222B36"/>
                </a:solidFill>
              </a:rPr>
              <a:t>The writer says Scripture made him wiser than his teachers. In what ways can God's word give wisdom that education alone cannot?</a:t>
            </a:r>
          </a:p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3.  </a:t>
            </a:r>
            <a:r>
              <a:rPr sz="2800" b="0" i="0">
                <a:solidFill>
                  <a:srgbClr val="222B36"/>
                </a:solidFill>
              </a:rPr>
              <a:t>Why do you think the writer links obedience with understanding (vv. 100-104)?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 i="0">
                <a:solidFill>
                  <a:srgbClr val="222B36"/>
                </a:solidFill>
              </a:rPr>
              <a:t>Discuss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0" i="0">
                <a:solidFill>
                  <a:srgbClr val="6B7280"/>
                </a:solidFill>
              </a:rPr>
              <a:t>Thy Word Is a Lamp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800" b="1" i="0">
                <a:solidFill>
                  <a:srgbClr val="2E5E8C"/>
                </a:solidFill>
              </a:rPr>
              <a:t>4.  </a:t>
            </a:r>
            <a:r>
              <a:rPr sz="2800" b="0" i="0">
                <a:solidFill>
                  <a:srgbClr val="222B36"/>
                </a:solidFill>
              </a:rPr>
              <a:t>When has God's word been a "lamp" for a next step in your life?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