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"Bless the LORD, O my soul" (v. 1). David speaks to himself. Praise involves "all that is within me": mind, heart and will. Sometimes we must remind ourselves to praise. Matthew Henry says that it is no foolishness to talk to yourself in this way when you are urging your own soul toward what is good.</a:t>
            </a:r>
          </a:p>
          <a:p/>
          <a:p>
            <a:r>
              <a:t>“David is here communing with his own heart, and he is no fool that thus talks to himself and excites his own soul to that which is good.” — Matthew Henry, Commentary on the Whole Bible, on Psalm 103:1-5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"Forget not all his benefits" (v. 2). David then names them: forgiveness, healing, redemption, loving-kindness, satisfaction, renewed strength (vv. 3-5). Adam Clarke says we should call them to mind and name the chief ones one by one. General thankfulness quickly fades. Specific remembering produces praise.</a:t>
            </a:r>
          </a:p>
          <a:p/>
          <a:p>
            <a:r>
              <a:t>“Call them into recollection; particularize the chief of them” — Adam Clarke, Commentary on the Bible, on Psalm 103:2</a:t>
            </a:r>
          </a:p>
          <a:p/>
          <a:p>
            <a:r>
              <a:t>“redeemeth--Cost is implied.” — Andrew Robert Fausset, Commentary Critical and Explanatory on the Whole Bible (Jamieson, Fausset and Brown), on Psalm 103:4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verses 8-13 David moves from what God has done to what God is like: merciful, gracious, slow to anger, plenteous in mercy. God does not deal with us as our sins deserve. He removes our sins as far as the east is from the west, and he pities his children as a father does. The deepest praise is not only "thank you for" but "you are."</a:t>
            </a:r>
          </a:p>
          <a:p/>
          <a:p>
            <a:r>
              <a:t>“He has never apportioned our punishment to our sins, nor has he regulated the exercise of his mercy by our merits.” — Adam Clarke, Commentary on the Bible, on Psalm 103:10</a:t>
            </a:r>
          </a:p>
          <a:p/>
          <a:p>
            <a:r>
              <a:t>“God's benevolence implies no merit.” — Andrew Robert Fausset, Commentary Critical and Explanatory on the Whole Bible (Jamieson, Fausset and Brown), on Psalm 103:8-10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Forget Not All His Benefits</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Praise begins when we deliberately remember what God has done for us and who he is.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Psalm 103:1-13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Psalm 103:1-13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Forget Not All His Benefits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A Psalm of David. Bless the LORD, O my soul: and all that is within me, bless his holy name. </a:t>
            </a:r>
            <a:r>
              <a:rPr sz="1600" b="1" i="0">
                <a:solidFill>
                  <a:srgbClr val="2E5E8C"/>
                </a:solidFill>
              </a:rPr>
              <a:t>2 </a:t>
            </a:r>
            <a:r>
              <a:rPr sz="2800" b="0" i="0">
                <a:solidFill>
                  <a:srgbClr val="222B36"/>
                </a:solidFill>
              </a:rPr>
              <a:t>Bless the LORD, O my soul, and forget not all his benefits: </a:t>
            </a:r>
            <a:r>
              <a:rPr sz="1600" b="1" i="0">
                <a:solidFill>
                  <a:srgbClr val="2E5E8C"/>
                </a:solidFill>
              </a:rPr>
              <a:t>3 </a:t>
            </a:r>
            <a:r>
              <a:rPr sz="2800" b="0" i="0">
                <a:solidFill>
                  <a:srgbClr val="222B36"/>
                </a:solidFill>
              </a:rPr>
              <a:t>Who forgiveth all thine iniquities; who healeth all thy diseases; </a:t>
            </a:r>
            <a:r>
              <a:rPr sz="1600" b="1" i="0">
                <a:solidFill>
                  <a:srgbClr val="2E5E8C"/>
                </a:solidFill>
              </a:rPr>
              <a:t>4 </a:t>
            </a:r>
            <a:r>
              <a:rPr sz="2800" b="0" i="0">
                <a:solidFill>
                  <a:srgbClr val="222B36"/>
                </a:solidFill>
              </a:rPr>
              <a:t>Who redeemeth thy life from destruction; who crowneth thee with lovingkindness and tender mercies;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Psalm 103:1-13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Forget Not All His Benefits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5 </a:t>
            </a:r>
            <a:r>
              <a:rPr sz="2800" b="0" i="0">
                <a:solidFill>
                  <a:srgbClr val="222B36"/>
                </a:solidFill>
              </a:rPr>
              <a:t>Who satisfieth thy mouth with good things; so that thy youth is renewed like the eagle’s. </a:t>
            </a:r>
            <a:r>
              <a:rPr sz="1600" b="1" i="0">
                <a:solidFill>
                  <a:srgbClr val="2E5E8C"/>
                </a:solidFill>
              </a:rPr>
              <a:t>6 </a:t>
            </a:r>
            <a:r>
              <a:rPr sz="2800" b="0" i="0">
                <a:solidFill>
                  <a:srgbClr val="222B36"/>
                </a:solidFill>
              </a:rPr>
              <a:t>The LORD executeth righteousness and judgment for all that are oppressed. </a:t>
            </a:r>
            <a:r>
              <a:rPr sz="1600" b="1" i="0">
                <a:solidFill>
                  <a:srgbClr val="2E5E8C"/>
                </a:solidFill>
              </a:rPr>
              <a:t>7 </a:t>
            </a:r>
            <a:r>
              <a:rPr sz="2800" b="0" i="0">
                <a:solidFill>
                  <a:srgbClr val="222B36"/>
                </a:solidFill>
              </a:rPr>
              <a:t>He made known his ways unto Moses, his acts unto the children of Israel. </a:t>
            </a:r>
            <a:r>
              <a:rPr sz="1600" b="1" i="0">
                <a:solidFill>
                  <a:srgbClr val="2E5E8C"/>
                </a:solidFill>
              </a:rPr>
              <a:t>8 </a:t>
            </a:r>
            <a:r>
              <a:rPr sz="2800" b="0" i="0">
                <a:solidFill>
                  <a:srgbClr val="222B36"/>
                </a:solidFill>
              </a:rPr>
              <a:t>The LORD is merciful and gracious, slow to anger, and plenteous in mercy. </a:t>
            </a:r>
            <a:r>
              <a:rPr sz="1600" b="1" i="0">
                <a:solidFill>
                  <a:srgbClr val="2E5E8C"/>
                </a:solidFill>
              </a:rPr>
              <a:t>9 </a:t>
            </a:r>
            <a:r>
              <a:rPr sz="2800" b="0" i="0">
                <a:solidFill>
                  <a:srgbClr val="222B36"/>
                </a:solidFill>
              </a:rPr>
              <a:t>He will not always chide: neither will he keep his anger for ever.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Psalm 103:1-13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Forget Not All His Benefits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10 </a:t>
            </a:r>
            <a:r>
              <a:rPr sz="2800" b="0" i="0">
                <a:solidFill>
                  <a:srgbClr val="222B36"/>
                </a:solidFill>
              </a:rPr>
              <a:t>He hath not dealt with us after our sins; nor rewarded us according to our iniquities. </a:t>
            </a:r>
            <a:r>
              <a:rPr sz="1600" b="1" i="0">
                <a:solidFill>
                  <a:srgbClr val="2E5E8C"/>
                </a:solidFill>
              </a:rPr>
              <a:t>11 </a:t>
            </a:r>
            <a:r>
              <a:rPr sz="2800" b="0" i="0">
                <a:solidFill>
                  <a:srgbClr val="222B36"/>
                </a:solidFill>
              </a:rPr>
              <a:t>For as the heaven is high above the earth, so great is his mercy toward them that fear him. </a:t>
            </a:r>
            <a:r>
              <a:rPr sz="1600" b="1" i="0">
                <a:solidFill>
                  <a:srgbClr val="2E5E8C"/>
                </a:solidFill>
              </a:rPr>
              <a:t>12 </a:t>
            </a:r>
            <a:r>
              <a:rPr sz="2800" b="0" i="0">
                <a:solidFill>
                  <a:srgbClr val="222B36"/>
                </a:solidFill>
              </a:rPr>
              <a:t>As far as the east is from the west, so far hath he removed our transgressions from us. </a:t>
            </a:r>
            <a:r>
              <a:rPr sz="1600" b="1" i="0">
                <a:solidFill>
                  <a:srgbClr val="2E5E8C"/>
                </a:solidFill>
              </a:rPr>
              <a:t>13 </a:t>
            </a:r>
            <a:r>
              <a:rPr sz="2800" b="0" i="0">
                <a:solidFill>
                  <a:srgbClr val="222B36"/>
                </a:solidFill>
              </a:rPr>
              <a:t>Like as a father pitieth his children, so the LORD pitieth them that fear him.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Stir up your soul to praise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Forget Not All His Benefits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Bless the LORD, O my soul.</a:t>
            </a:r>
          </a:p>
          <a:p>
            <a:pPr>
              <a:spcAft>
                <a:spcPts val="1800"/>
              </a:spcAft>
            </a:pPr>
            <a:r>
              <a:rPr sz="3000" b="1" i="0">
                <a:solidFill>
                  <a:srgbClr val="2E5E8C"/>
                </a:solidFill>
              </a:rPr>
              <a:t>•  </a:t>
            </a:r>
            <a:r>
              <a:rPr sz="3000" b="0" i="0">
                <a:solidFill>
                  <a:srgbClr val="222B36"/>
                </a:solidFill>
              </a:rPr>
              <a:t>Praise often begins as a choice, not a feeling.</a:t>
            </a:r>
          </a:p>
          <a:p>
            <a:pPr>
              <a:spcAft>
                <a:spcPts val="1000"/>
              </a:spcAft>
            </a:pPr>
            <a:r>
              <a:rPr sz="2000" b="0" i="1">
                <a:solidFill>
                  <a:srgbClr val="6B7280"/>
                </a:solidFill>
              </a:rPr>
              <a:t>Read: Psalm 103:1-2; Psalm 42:5; Psalm 146:1-2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Count his benefits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Forget Not All His Benefits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Forget not all his benefits.</a:t>
            </a:r>
          </a:p>
          <a:p>
            <a:pPr>
              <a:spcAft>
                <a:spcPts val="1800"/>
              </a:spcAft>
            </a:pPr>
            <a:r>
              <a:rPr sz="3000" b="1" i="0">
                <a:solidFill>
                  <a:srgbClr val="2E5E8C"/>
                </a:solidFill>
              </a:rPr>
              <a:t>•  </a:t>
            </a:r>
            <a:r>
              <a:rPr sz="3000" b="0" i="0">
                <a:solidFill>
                  <a:srgbClr val="222B36"/>
                </a:solidFill>
              </a:rPr>
              <a:t>Praise grows when we remember specifically what God has done.</a:t>
            </a:r>
          </a:p>
          <a:p>
            <a:pPr>
              <a:spcAft>
                <a:spcPts val="1000"/>
              </a:spcAft>
            </a:pPr>
            <a:r>
              <a:rPr sz="2000" b="0" i="1">
                <a:solidFill>
                  <a:srgbClr val="6B7280"/>
                </a:solidFill>
              </a:rPr>
              <a:t>Read: Psalm 103:2-5; Psalm 116:12; Lamentations 3:22-23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Praise God for who he is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Forget Not All His Benefits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LORD is merciful and gracious.</a:t>
            </a:r>
          </a:p>
          <a:p>
            <a:pPr>
              <a:spcAft>
                <a:spcPts val="1800"/>
              </a:spcAft>
            </a:pPr>
            <a:r>
              <a:rPr sz="3000" b="1" i="0">
                <a:solidFill>
                  <a:srgbClr val="2E5E8C"/>
                </a:solidFill>
              </a:rPr>
              <a:t>•  </a:t>
            </a:r>
            <a:r>
              <a:rPr sz="3000" b="0" i="0">
                <a:solidFill>
                  <a:srgbClr val="222B36"/>
                </a:solidFill>
              </a:rPr>
              <a:t>As far as the east is from the west, so far hath he removed our transgressions.</a:t>
            </a:r>
          </a:p>
          <a:p>
            <a:pPr>
              <a:spcAft>
                <a:spcPts val="1000"/>
              </a:spcAft>
            </a:pPr>
            <a:r>
              <a:rPr sz="2000" b="0" i="1">
                <a:solidFill>
                  <a:srgbClr val="6B7280"/>
                </a:solidFill>
              </a:rPr>
              <a:t>Read: Psalm 103:8-13; Exodus 34:6-7; Micah 7:18-19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Forget Not All His Benefits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David has to tell his own soul to praise?</a:t>
            </a:r>
          </a:p>
          <a:p>
            <a:pPr>
              <a:spcAft>
                <a:spcPts val="1800"/>
              </a:spcAft>
            </a:pPr>
            <a:r>
              <a:rPr sz="2800" b="1" i="0">
                <a:solidFill>
                  <a:srgbClr val="2E5E8C"/>
                </a:solidFill>
              </a:rPr>
              <a:t>2.  </a:t>
            </a:r>
            <a:r>
              <a:rPr sz="2800" b="0" i="0">
                <a:solidFill>
                  <a:srgbClr val="222B36"/>
                </a:solidFill>
              </a:rPr>
              <a:t>Which of the benefits in verses 3-5 means most to you right now, and why?</a:t>
            </a:r>
          </a:p>
          <a:p>
            <a:pPr>
              <a:spcAft>
                <a:spcPts val="1800"/>
              </a:spcAft>
            </a:pPr>
            <a:r>
              <a:rPr sz="2800" b="1" i="0">
                <a:solidFill>
                  <a:srgbClr val="2E5E8C"/>
                </a:solidFill>
              </a:rPr>
              <a:t>3.  </a:t>
            </a:r>
            <a:r>
              <a:rPr sz="2800" b="0" i="0">
                <a:solidFill>
                  <a:srgbClr val="222B36"/>
                </a:solidFill>
              </a:rPr>
              <a:t>What does "as far as the east is from the west" tell us about God's forgiveness?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Forget Not All His Benefits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is praising God for who he is different from thanking him for what he has done?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