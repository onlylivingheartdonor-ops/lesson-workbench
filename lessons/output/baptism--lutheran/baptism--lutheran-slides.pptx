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Baptism was not invented by the church. Jesus himself commanded it, as part of making disciples of all nations, in the name of the Father, the Son and the Holy Spirit. Christians of every tradition baptize because Jesus told us to, and they use these words.</a:t>
            </a:r>
          </a:p>
          <a:p/>
          <a:p>
            <a:r>
              <a:t>“Baptism consists in applying water to a person "in the name of the Father and of the Son and of the Holy Ghost," as Christ has commanded.” — Joseph Stump, An Explanation of Luther's Small Catechism, “What Baptism 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says that "so many of us as were baptized into Jesus Christ were baptized into his death" (Romans 6:3). Baptism is about union with Christ: belonging to him, sharing in what his death and resurrection accomplished, and being marked as his.</a:t>
            </a:r>
          </a:p>
          <a:p/>
          <a:p>
            <a:r>
              <a:t>“sealed with the seal of heaven, and as it were formally entered and articled, to all the benefits and all the obligations of Christian discipleship” — David Brown, Commentary Critical and Explanatory on the Whole Bible (Jamieson, Fausset and Brown), on Romans 6:3</a:t>
            </a:r>
          </a:p>
          <a:p/>
          <a:p>
            <a:r>
              <a:t>“To be baptized into Christ, is to receive the doctrine of Christ crucified” — Adam Clarke, Commentary on the Bible, on Romans 6:3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Lutheran churches teach that baptism is not simply water, but water joined to God's command and promise. Through it God himself acts: he forgives sins, rescues from death and the devil, and gives eternal salvation to all who believe his promise (Mark 16:16; Titus 3:5). Baptism is God's work for us more than our work for him. Faith receives what baptism gives, and God works faith even in little children through his Word, so children are baptized. Water is usually poured. Luther taught that the Christian life is a daily return to baptism: dying to sin in repentance and rising to new life in faith.</a:t>
            </a:r>
          </a:p>
          <a:p/>
          <a:p>
            <a:r>
              <a:t>“faith alone makes the person worthy to receive profitably the saving, divine water.” — Martin Luther, The Large Catechism (tr. F. Bente and W. H. T. Dau), “Of Baptism”</a:t>
            </a:r>
          </a:p>
          <a:p/>
          <a:p>
            <a:r>
              <a:t>“Of Baptism they teach that it is necessary to salvation, and that through Baptism is offered the grace of God, and that children are to be baptized who, being offered to God through Baptism are received into God's grace.” — Philip Melanchthon, The Augsburg Confession, “Article IX: Of Baptism”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Baptized into Christ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Jesus commanded baptism for his disciples; Lutheran churches receive it as God's gift, water joined to his Word, through which he gives forgiveness and new life to all who believe, including little children.</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Matthew 28:18-20; Romans 6:3-4   ·   Lutheran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28:18-20</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18 </a:t>
            </a:r>
            <a:r>
              <a:rPr sz="2800" b="0" i="0">
                <a:solidFill>
                  <a:srgbClr val="222B36"/>
                </a:solidFill>
              </a:rPr>
              <a:t>And Jesus came and spake unto them, saying, All power is given unto me in heaven and in earth. </a:t>
            </a:r>
            <a:r>
              <a:rPr sz="1600" b="1" i="0">
                <a:solidFill>
                  <a:srgbClr val="2E5E8C"/>
                </a:solidFill>
              </a:rPr>
              <a:t>19 </a:t>
            </a:r>
            <a:r>
              <a:rPr sz="2800" b="0" i="0">
                <a:solidFill>
                  <a:srgbClr val="222B36"/>
                </a:solidFill>
              </a:rPr>
              <a:t>Go ye therefore, and teach all nations, baptizing them in the name of the Father, and of the Son, and of the Holy Ghost: </a:t>
            </a:r>
            <a:r>
              <a:rPr sz="1600" b="1" i="0">
                <a:solidFill>
                  <a:srgbClr val="2E5E8C"/>
                </a:solidFill>
              </a:rPr>
              <a:t>20 </a:t>
            </a:r>
            <a:r>
              <a:rPr sz="2800" b="0" i="0">
                <a:solidFill>
                  <a:srgbClr val="222B36"/>
                </a:solidFill>
              </a:rPr>
              <a:t>Teaching them to observe all things whatsoever I have commanded you: and, lo, I am with you alway, even unto the end of the world. Amen.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Romans 6:3-4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 </a:t>
            </a:r>
            <a:r>
              <a:rPr sz="2800" b="0" i="0">
                <a:solidFill>
                  <a:srgbClr val="222B36"/>
                </a:solidFill>
              </a:rPr>
              <a:t>Know ye not, that so many of us as were baptized into Jesus Christ were baptized into his death? </a:t>
            </a:r>
            <a:r>
              <a:rPr sz="1600" b="1" i="0">
                <a:solidFill>
                  <a:srgbClr val="2E5E8C"/>
                </a:solidFill>
              </a:rPr>
              <a:t>4 </a:t>
            </a:r>
            <a:r>
              <a:rPr sz="2800" b="0" i="0">
                <a:solidFill>
                  <a:srgbClr val="222B36"/>
                </a:solidFill>
              </a:rPr>
              <a:t>Therefore we are buried with him by baptism into death: that like as Christ was raised up from the dead by the glory of the Father, even so we also should walk in newness of life.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Commanded by Christ for his disciples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Baptize them in the name of the Father, and of the Son, and of the Holy Ghost (Spirit).</a:t>
            </a:r>
          </a:p>
          <a:p>
            <a:pPr>
              <a:spcAft>
                <a:spcPts val="1800"/>
              </a:spcAft>
            </a:pPr>
            <a:r>
              <a:rPr sz="3000" b="1" i="0">
                <a:solidFill>
                  <a:srgbClr val="2E5E8C"/>
                </a:solidFill>
              </a:rPr>
              <a:t>•  </a:t>
            </a:r>
            <a:r>
              <a:rPr sz="3000" b="0" i="0">
                <a:solidFill>
                  <a:srgbClr val="222B36"/>
                </a:solidFill>
              </a:rPr>
              <a:t>Christians baptize because Jesus commanded it.</a:t>
            </a:r>
          </a:p>
          <a:p>
            <a:pPr>
              <a:spcAft>
                <a:spcPts val="1000"/>
              </a:spcAft>
            </a:pPr>
            <a:r>
              <a:rPr sz="2000" b="0" i="1">
                <a:solidFill>
                  <a:srgbClr val="6B7280"/>
                </a:solidFill>
              </a:rPr>
              <a:t>Read: Matthew 28:18-20; Acts 2:41; Acts 8:12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Baptized into Christ's death and resurrection</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So many of us as were baptized into Jesus Christ were baptized into his death.</a:t>
            </a:r>
          </a:p>
          <a:p>
            <a:pPr>
              <a:spcAft>
                <a:spcPts val="1800"/>
              </a:spcAft>
            </a:pPr>
            <a:r>
              <a:rPr sz="3000" b="1" i="0">
                <a:solidFill>
                  <a:srgbClr val="2E5E8C"/>
                </a:solidFill>
              </a:rPr>
              <a:t>•  </a:t>
            </a:r>
            <a:r>
              <a:rPr sz="3000" b="0" i="0">
                <a:solidFill>
                  <a:srgbClr val="222B36"/>
                </a:solidFill>
              </a:rPr>
              <a:t>Baptism speaks of our union with Christ.</a:t>
            </a:r>
          </a:p>
          <a:p>
            <a:pPr>
              <a:spcAft>
                <a:spcPts val="1000"/>
              </a:spcAft>
            </a:pPr>
            <a:r>
              <a:rPr sz="2000" b="0" i="1">
                <a:solidFill>
                  <a:srgbClr val="6B7280"/>
                </a:solidFill>
              </a:rPr>
              <a:t>Read: Romans 6:3-4; Galatians 3:27; Colossians 2:12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Baptism: God's gift through water and the Word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Baptism is not simply water, but water joined with God's Word.</a:t>
            </a:r>
          </a:p>
          <a:p>
            <a:pPr>
              <a:spcAft>
                <a:spcPts val="1800"/>
              </a:spcAft>
            </a:pPr>
            <a:r>
              <a:rPr sz="3000" b="1" i="0">
                <a:solidFill>
                  <a:srgbClr val="2E5E8C"/>
                </a:solidFill>
              </a:rPr>
              <a:t>•  </a:t>
            </a:r>
            <a:r>
              <a:rPr sz="3000" b="0" i="0">
                <a:solidFill>
                  <a:srgbClr val="222B36"/>
                </a:solidFill>
              </a:rPr>
              <a:t>Faith receives the gift God gives in baptism.</a:t>
            </a:r>
          </a:p>
          <a:p>
            <a:pPr>
              <a:spcAft>
                <a:spcPts val="1000"/>
              </a:spcAft>
            </a:pPr>
            <a:r>
              <a:rPr sz="2000" b="0" i="1">
                <a:solidFill>
                  <a:srgbClr val="6B7280"/>
                </a:solidFill>
              </a:rPr>
              <a:t>Read: Mark 16:16; Titus 3:5; Acts 2:38-39; 1 Peter 3:21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all Christians agree about baptism, according to today's passages?</a:t>
            </a:r>
          </a:p>
          <a:p>
            <a:pPr>
              <a:spcAft>
                <a:spcPts val="1800"/>
              </a:spcAft>
            </a:pPr>
            <a:r>
              <a:rPr sz="2800" b="1" i="0">
                <a:solidFill>
                  <a:srgbClr val="2E5E8C"/>
                </a:solidFill>
              </a:rPr>
              <a:t>2.  </a:t>
            </a:r>
            <a:r>
              <a:rPr sz="2800" b="0" i="0">
                <a:solidFill>
                  <a:srgbClr val="222B36"/>
                </a:solidFill>
              </a:rPr>
              <a:t>What do Lutherans mean by calling baptism a "means of grace"?</a:t>
            </a:r>
          </a:p>
          <a:p>
            <a:pPr>
              <a:spcAft>
                <a:spcPts val="1800"/>
              </a:spcAft>
            </a:pPr>
            <a:r>
              <a:rPr sz="2800" b="1" i="0">
                <a:solidFill>
                  <a:srgbClr val="2E5E8C"/>
                </a:solidFill>
              </a:rPr>
              <a:t>3.  </a:t>
            </a:r>
            <a:r>
              <a:rPr sz="2800" b="0" i="0">
                <a:solidFill>
                  <a:srgbClr val="222B36"/>
                </a:solidFill>
              </a:rPr>
              <a:t>What does Romans 6 say baptism should mean for the way we live this week?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we hold our own convictions about baptism while showing love to Christians who practise it differently?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