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Daniel had "an excellent spirit" (v. 3). He was so faithful and capable that the king wanted to promote him over everyone. When his rivals searched his record, they found "no error or fault" (v. 4). Integrity starts with ordinary faithfulness in daily work, done well and honestly, because we serve God in it.</a:t>
            </a:r>
          </a:p>
          <a:p/>
          <a:p>
            <a:r>
              <a:t>“But they found no blemish in his administration, for he was faithful to his king: this was a virtue. But he was also faithful to his God” — Adam Clarke, Commentary on the Bible, on Daniel 6:4</a:t>
            </a:r>
          </a:p>
          <a:p/>
          <a:p>
            <a:r>
              <a:t>“We have all need to walk circumspectly, because we have many eyes upon us, and some that watch for our halting.” — Matthew Henry, Commentary on the Whole Bible, on Daniel 6:1-5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shall not find any occasion against this Daniel, except we find it against him concerning the law of his God" (v. 5). What a reputation! The only thing they could attack was his faithfulness to God. A believer's life should give critics nothing to point to except Christ.</a:t>
            </a:r>
          </a:p>
          <a:p/>
          <a:p>
            <a:r>
              <a:t>“It is the highest testimony to a godly man's walk, when his most watchful enemies can find no ground of censure save in that he walks according to the law of God” — Andrew Robert Fausset, Commentary Critical and Explanatory on the Whole Bible (Jamieson, Fausset and Brown), on Daniel 6:5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Daniel knew the law was signed, he went home, opened his windows toward Jerusalem, and prayed three times a day, giving thanks, "as he did aforetime" (v. 10). He neither hid nor made a show of it; he simply kept doing what he had always done. Daniel's faithfulness in the crisis grew out of years of faithful habits.</a:t>
            </a:r>
          </a:p>
          <a:p/>
          <a:p>
            <a:r>
              <a:t>“He saw what was designed, and he knew whom he served.” — Adam Clarke, Commentary on the Bible, on Daniel 6:10</a:t>
            </a:r>
          </a:p>
          <a:p/>
          <a:p>
            <a:r>
              <a:t>“We must not omit duty for fear of suffering, no, nor so much as seems to come short of it.” — Matthew Henry, Commentary on the Whole Bible, on Daniel 6:6-10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Faithful in Everything</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Like Daniel, God's people are called to be so faithful at work and so steady in prayer that the only charge against them concerns their devotion to God.</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Daniel 6:1-10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Daniel 6:1-10 (1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It pleased Darius to set over the kingdom an hundred and twenty princes, which should be over the whole kingdom; </a:t>
            </a:r>
            <a:r>
              <a:rPr sz="1600" b="1" i="0">
                <a:solidFill>
                  <a:srgbClr val="2E5E8C"/>
                </a:solidFill>
              </a:rPr>
              <a:t>2 </a:t>
            </a:r>
            <a:r>
              <a:rPr sz="2800" b="0" i="0">
                <a:solidFill>
                  <a:srgbClr val="222B36"/>
                </a:solidFill>
              </a:rPr>
              <a:t>And over these three presidents; of whom Daniel was first: that the princes might give accounts unto them, and the king should have no damage.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Daniel 6:1-10 (2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 </a:t>
            </a:r>
            <a:r>
              <a:rPr sz="2800" b="0" i="0">
                <a:solidFill>
                  <a:srgbClr val="222B36"/>
                </a:solidFill>
              </a:rPr>
              <a:t>Then this Daniel was preferred above the presidents and princes, because an excellent spirit was in him; and the king thought to set him over the whole realm. </a:t>
            </a:r>
            <a:r>
              <a:rPr sz="1600" b="1" i="0">
                <a:solidFill>
                  <a:srgbClr val="2E5E8C"/>
                </a:solidFill>
              </a:rPr>
              <a:t>4 </a:t>
            </a:r>
            <a:r>
              <a:rPr sz="2800" b="0" i="0">
                <a:solidFill>
                  <a:srgbClr val="222B36"/>
                </a:solidFill>
              </a:rPr>
              <a:t>Then the presidents and princes sought to find occasion against Daniel concerning the kingdom; but they could find none occasion nor fault; forasmuch as he was faithful, neither was there any error or fault found in him.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Daniel 6:1-10 (3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5 </a:t>
            </a:r>
            <a:r>
              <a:rPr sz="2800" b="0" i="0">
                <a:solidFill>
                  <a:srgbClr val="222B36"/>
                </a:solidFill>
              </a:rPr>
              <a:t>Then said these men, We shall not find any occasion against this Daniel, except we find it against him concerning the law of his God. </a:t>
            </a:r>
            <a:r>
              <a:rPr sz="1600" b="1" i="0">
                <a:solidFill>
                  <a:srgbClr val="2E5E8C"/>
                </a:solidFill>
              </a:rPr>
              <a:t>6 </a:t>
            </a:r>
            <a:r>
              <a:rPr sz="2800" b="0" i="0">
                <a:solidFill>
                  <a:srgbClr val="222B36"/>
                </a:solidFill>
              </a:rPr>
              <a:t>Then these presidents and princes assembled together to the king, and said thus unto him, King Darius, live for ever.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Daniel 6:1-10 (4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All the presidents of the kingdom, the governors, and the princes, the counsellors, and the captains, have consulted together to establish a royal statute, and to make a firm decree, that whosoever shall ask a petition of any God or man for thirty days, save of thee, O king, he shall be cast into the den of lions.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Daniel 6:1-10 (5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Now, O king, establish the decree, and sign the writing, that it be not changed, according to the law of the Medes and Persians, which altereth not. </a:t>
            </a:r>
            <a:r>
              <a:rPr sz="1600" b="1" i="0">
                <a:solidFill>
                  <a:srgbClr val="2E5E8C"/>
                </a:solidFill>
              </a:rPr>
              <a:t>9 </a:t>
            </a:r>
            <a:r>
              <a:rPr sz="2800" b="0" i="0">
                <a:solidFill>
                  <a:srgbClr val="222B36"/>
                </a:solidFill>
              </a:rPr>
              <a:t>Wherefore king Darius signed the writing and the decree.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Daniel 6:1-10 (6 of 6)</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10 </a:t>
            </a:r>
            <a:r>
              <a:rPr sz="2800" b="0" i="0">
                <a:solidFill>
                  <a:srgbClr val="222B36"/>
                </a:solidFill>
              </a:rPr>
              <a:t>Now when Daniel knew that the writing was signed, he went into his house; and his windows being open in his chamber toward Jerusalem, he kneeled upon his knees three times a day, and prayed, and gave thanks before his God, as he did aforetime.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Faithful at work</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Daniel was preferred because an excellent spirit was in him.</a:t>
            </a:r>
          </a:p>
          <a:p>
            <a:pPr>
              <a:spcAft>
                <a:spcPts val="1800"/>
              </a:spcAft>
            </a:pPr>
            <a:r>
              <a:rPr sz="3000" b="1" i="0">
                <a:solidFill>
                  <a:srgbClr val="2E5E8C"/>
                </a:solidFill>
              </a:rPr>
              <a:t>•  </a:t>
            </a:r>
            <a:r>
              <a:rPr sz="3000" b="0" i="0">
                <a:solidFill>
                  <a:srgbClr val="222B36"/>
                </a:solidFill>
              </a:rPr>
              <a:t>His enemies could find no error or fault in him.</a:t>
            </a:r>
          </a:p>
          <a:p>
            <a:pPr>
              <a:spcAft>
                <a:spcPts val="1000"/>
              </a:spcAft>
            </a:pPr>
            <a:r>
              <a:rPr sz="2000" b="0" i="1">
                <a:solidFill>
                  <a:srgbClr val="6B7280"/>
                </a:solidFill>
              </a:rPr>
              <a:t>Read: Daniel 6:1-4; Colossians 3:23-24; Proverbs 22:29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Blameless, except for his faith</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only charge they could find concerned the law of his God.</a:t>
            </a:r>
          </a:p>
          <a:p>
            <a:pPr>
              <a:spcAft>
                <a:spcPts val="1800"/>
              </a:spcAft>
            </a:pPr>
            <a:r>
              <a:rPr sz="3000" b="1" i="0">
                <a:solidFill>
                  <a:srgbClr val="2E5E8C"/>
                </a:solidFill>
              </a:rPr>
              <a:t>•  </a:t>
            </a:r>
            <a:r>
              <a:rPr sz="3000" b="0" i="0">
                <a:solidFill>
                  <a:srgbClr val="222B36"/>
                </a:solidFill>
              </a:rPr>
              <a:t>Our lives should give critics nothing to point to except Christ.</a:t>
            </a:r>
          </a:p>
          <a:p>
            <a:pPr>
              <a:spcAft>
                <a:spcPts val="1000"/>
              </a:spcAft>
            </a:pPr>
            <a:r>
              <a:rPr sz="2000" b="0" i="1">
                <a:solidFill>
                  <a:srgbClr val="6B7280"/>
                </a:solidFill>
              </a:rPr>
              <a:t>Read: Daniel 6:5-9; 1 Peter 2:12; 1 Peter 3:15-16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Steady in prayer under pressure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He kneeled upon his knees three times a day, and prayed, and gave thanks.</a:t>
            </a:r>
          </a:p>
          <a:p>
            <a:pPr>
              <a:spcAft>
                <a:spcPts val="1800"/>
              </a:spcAft>
            </a:pPr>
            <a:r>
              <a:rPr sz="3000" b="1" i="0">
                <a:solidFill>
                  <a:srgbClr val="2E5E8C"/>
                </a:solidFill>
              </a:rPr>
              <a:t>•  </a:t>
            </a:r>
            <a:r>
              <a:rPr sz="3000" b="0" i="0">
                <a:solidFill>
                  <a:srgbClr val="222B36"/>
                </a:solidFill>
              </a:rPr>
              <a:t>He prayed as he did aforetime.</a:t>
            </a:r>
          </a:p>
          <a:p>
            <a:pPr>
              <a:spcAft>
                <a:spcPts val="1000"/>
              </a:spcAft>
            </a:pPr>
            <a:r>
              <a:rPr sz="2000" b="0" i="1">
                <a:solidFill>
                  <a:srgbClr val="6B7280"/>
                </a:solidFill>
              </a:rPr>
              <a:t>Read: Daniel 6:10; Psalm 55:17; Acts 5:29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What does Daniel's work record teach us about how Christians should do their jobs?</a:t>
            </a:r>
          </a:p>
          <a:p>
            <a:pPr>
              <a:spcAft>
                <a:spcPts val="1800"/>
              </a:spcAft>
            </a:pPr>
            <a:r>
              <a:rPr sz="2800" b="1" i="0">
                <a:solidFill>
                  <a:srgbClr val="2E5E8C"/>
                </a:solidFill>
              </a:rPr>
              <a:t>2.  </a:t>
            </a:r>
            <a:r>
              <a:rPr sz="2800" b="0" i="0">
                <a:solidFill>
                  <a:srgbClr val="222B36"/>
                </a:solidFill>
              </a:rPr>
              <a:t>What would it mean for your reputation to be "blameless except for your faith"?</a:t>
            </a:r>
          </a:p>
          <a:p>
            <a:pPr>
              <a:spcAft>
                <a:spcPts val="1800"/>
              </a:spcAft>
            </a:pPr>
            <a:r>
              <a:rPr sz="2800" b="1" i="0">
                <a:solidFill>
                  <a:srgbClr val="2E5E8C"/>
                </a:solidFill>
              </a:rPr>
              <a:t>3.  </a:t>
            </a:r>
            <a:r>
              <a:rPr sz="2800" b="0" i="0">
                <a:solidFill>
                  <a:srgbClr val="222B36"/>
                </a:solidFill>
              </a:rPr>
              <a:t>Why do you think Daniel did not close his windows or change his routine?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Faithful in Everything</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What habits are you building now that will hold you steady in a crisis?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