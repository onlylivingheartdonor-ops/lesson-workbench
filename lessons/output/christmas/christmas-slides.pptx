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Son of God was born in a borrowed place and laid in a feeding trough, because "there was no room for them in the inn." The sign given to the shepherds was not a crown but a baby wrapped in cloths, lying in a manger. God came low, so that no one would be too low to come to him.</a:t>
            </a:r>
          </a:p>
          <a:p/>
          <a:p>
            <a:r>
              <a:t>“The sign was to consist, it seems, solely in the overpowering contrast between the things just said of Him and the lowly condition in which they would find Him” — David Brown, Commentary Critical and Explanatory on the Whole Bible (Jamieson, Fausset and Brown), on Luke 2:12</a:t>
            </a:r>
          </a:p>
          <a:p/>
          <a:p>
            <a:r>
              <a:t>“It is by humility that Christ comes to reign” — Adam Clarke, Commentary on the Bible, on Luke 2:12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announcement went to shepherds on a night shift. "Fear not: for, behold, I bring you good tidings of great joy, which shall be to all people. For unto you is born this day in the city of David a Saviour, which is Christ the Lord" (vv. 10-11). Three titles: Saviour, Christ (the promised Messiah) and Lord. The good news is for everyone, starting with ordinary people at work.</a:t>
            </a:r>
          </a:p>
          <a:p/>
          <a:p>
            <a:r>
              <a:t>“I am not come to declare the judgments of the Lord, but his merciful loving-kindness, the subject being a matter of great joy.” — Adam Clarke, Commentary on the Bible, on Luke 2:10</a:t>
            </a:r>
          </a:p>
          <a:p/>
          <a:p>
            <a:r>
              <a:t>“We are not out of the way of divine visits when we are sensibly employed in an honest calling, and abide with God in it.” — Matthew Henry, Commentary on the Whole Bible, on Luke 2:8-20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angels praised: "Glory to God in the highest, and on earth peace, good will toward men" (v. 14). The shepherds went with haste, found the baby, and then told everyone. They returned "glorifying and praising God." Mary "kept all these things, and pondered them in her heart." Christmas calls for both responses: to tell, and to treasure.</a:t>
            </a:r>
          </a:p>
          <a:p/>
          <a:p>
            <a:r>
              <a:t>“The design of God, in the incarnation, was to manifest the hidden glories of his nature, and to reconcile men to each other and to himself.” — Adam Clarke, Commentary on the Bible, on Luke 2:14</a:t>
            </a:r>
          </a:p>
          <a:p/>
          <a:p>
            <a:r>
              <a:t>“The truths of Christ are worth keeping” — Matthew Henry, Commentary on the Whole Bible, on Luke 2:8-20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Good Tidings of Great Joy</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At Christmas God came to us in humility, a Saviour born for ordinary people, bringing glory to God and peace to all who receive him.</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Luke 2:1-20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Luke 2:1-20 (1 of 7)</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Good Tidings of Great Joy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 </a:t>
            </a:r>
            <a:r>
              <a:rPr sz="2800" b="0" i="0">
                <a:solidFill>
                  <a:srgbClr val="222B36"/>
                </a:solidFill>
              </a:rPr>
              <a:t>And it came to pass in those days, that there went out a decree from Cæsar Augustus, that all the world should be taxed. </a:t>
            </a:r>
            <a:r>
              <a:rPr sz="1600" b="1" i="0">
                <a:solidFill>
                  <a:srgbClr val="2E5E8C"/>
                </a:solidFill>
              </a:rPr>
              <a:t>2 </a:t>
            </a:r>
            <a:r>
              <a:rPr sz="2800" b="0" i="0">
                <a:solidFill>
                  <a:srgbClr val="222B36"/>
                </a:solidFill>
              </a:rPr>
              <a:t>(And this taxing was first made when Cyrenius was governor of Syria.) </a:t>
            </a:r>
            <a:r>
              <a:rPr sz="1600" b="1" i="0">
                <a:solidFill>
                  <a:srgbClr val="2E5E8C"/>
                </a:solidFill>
              </a:rPr>
              <a:t>3 </a:t>
            </a:r>
            <a:r>
              <a:rPr sz="2800" b="0" i="0">
                <a:solidFill>
                  <a:srgbClr val="222B36"/>
                </a:solidFill>
              </a:rPr>
              <a:t>And all went to be taxed, every one into his own city.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Luke 2:1-20 (2 of 7)</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Good Tidings of Great Joy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4 </a:t>
            </a:r>
            <a:r>
              <a:rPr sz="2800" b="0" i="0">
                <a:solidFill>
                  <a:srgbClr val="222B36"/>
                </a:solidFill>
              </a:rPr>
              <a:t>And Joseph also went up from Galilee, out of the city of Nazareth, into Judæa, unto the city of David, which is called Bethlehem; (because he was of the house and lineage of David:) </a:t>
            </a:r>
            <a:r>
              <a:rPr sz="1600" b="1" i="0">
                <a:solidFill>
                  <a:srgbClr val="2E5E8C"/>
                </a:solidFill>
              </a:rPr>
              <a:t>5 </a:t>
            </a:r>
            <a:r>
              <a:rPr sz="2800" b="0" i="0">
                <a:solidFill>
                  <a:srgbClr val="222B36"/>
                </a:solidFill>
              </a:rPr>
              <a:t>To be taxed with Mary his espoused wife, being great with child. </a:t>
            </a:r>
            <a:r>
              <a:rPr sz="1600" b="1" i="0">
                <a:solidFill>
                  <a:srgbClr val="2E5E8C"/>
                </a:solidFill>
              </a:rPr>
              <a:t>6 </a:t>
            </a:r>
            <a:r>
              <a:rPr sz="2800" b="0" i="0">
                <a:solidFill>
                  <a:srgbClr val="222B36"/>
                </a:solidFill>
              </a:rPr>
              <a:t>And so it was, that, while they were there, the days were accomplished that she should be delivered.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Luke 2:1-20 (3 of 7)</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Good Tidings of Great Joy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7 </a:t>
            </a:r>
            <a:r>
              <a:rPr sz="2800" b="0" i="0">
                <a:solidFill>
                  <a:srgbClr val="222B36"/>
                </a:solidFill>
              </a:rPr>
              <a:t>And she brought forth her firstborn son, and wrapped him in swaddling clothes, and laid him in a manger; because there was no room for them in the inn. </a:t>
            </a:r>
            <a:r>
              <a:rPr sz="1600" b="1" i="0">
                <a:solidFill>
                  <a:srgbClr val="2E5E8C"/>
                </a:solidFill>
              </a:rPr>
              <a:t>8 </a:t>
            </a:r>
            <a:r>
              <a:rPr sz="2800" b="0" i="0">
                <a:solidFill>
                  <a:srgbClr val="222B36"/>
                </a:solidFill>
              </a:rPr>
              <a:t>And there were in the same country shepherds abiding in the field, keeping watch over their flock by night.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Luke 2:1-20 (4 of 7)</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Good Tidings of Great Joy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9 </a:t>
            </a:r>
            <a:r>
              <a:rPr sz="2800" b="0" i="0">
                <a:solidFill>
                  <a:srgbClr val="222B36"/>
                </a:solidFill>
              </a:rPr>
              <a:t>And, lo, the angel of the Lord came upon them, and the glory of the Lord shone round about them: and they were sore afraid. </a:t>
            </a:r>
            <a:r>
              <a:rPr sz="1600" b="1" i="0">
                <a:solidFill>
                  <a:srgbClr val="2E5E8C"/>
                </a:solidFill>
              </a:rPr>
              <a:t>10 </a:t>
            </a:r>
            <a:r>
              <a:rPr sz="2800" b="0" i="0">
                <a:solidFill>
                  <a:srgbClr val="222B36"/>
                </a:solidFill>
              </a:rPr>
              <a:t>And the angel said unto them, Fear not: for, behold, I bring you good tidings of great joy, which shall be to all people. </a:t>
            </a:r>
            <a:r>
              <a:rPr sz="1600" b="1" i="0">
                <a:solidFill>
                  <a:srgbClr val="2E5E8C"/>
                </a:solidFill>
              </a:rPr>
              <a:t>11 </a:t>
            </a:r>
            <a:r>
              <a:rPr sz="2800" b="0" i="0">
                <a:solidFill>
                  <a:srgbClr val="222B36"/>
                </a:solidFill>
              </a:rPr>
              <a:t>For unto you is born this day in the city of David a Saviour, which is Christ the Lord.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Luke 2:1-20 (5 of 7)</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Good Tidings of Great Joy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12 </a:t>
            </a:r>
            <a:r>
              <a:rPr sz="2800" b="0" i="0">
                <a:solidFill>
                  <a:srgbClr val="222B36"/>
                </a:solidFill>
              </a:rPr>
              <a:t>And this shall be a sign unto you; Ye shall find the babe wrapped in swaddling clothes, lying in a manger. </a:t>
            </a:r>
            <a:r>
              <a:rPr sz="1600" b="1" i="0">
                <a:solidFill>
                  <a:srgbClr val="2E5E8C"/>
                </a:solidFill>
              </a:rPr>
              <a:t>13 </a:t>
            </a:r>
            <a:r>
              <a:rPr sz="2800" b="0" i="0">
                <a:solidFill>
                  <a:srgbClr val="222B36"/>
                </a:solidFill>
              </a:rPr>
              <a:t>And suddenly there was with the angel a multitude of the heavenly host praising God, and saying, </a:t>
            </a:r>
            <a:r>
              <a:rPr sz="1600" b="1" i="0">
                <a:solidFill>
                  <a:srgbClr val="2E5E8C"/>
                </a:solidFill>
              </a:rPr>
              <a:t>14 </a:t>
            </a:r>
            <a:r>
              <a:rPr sz="2800" b="0" i="0">
                <a:solidFill>
                  <a:srgbClr val="222B36"/>
                </a:solidFill>
              </a:rPr>
              <a:t>Glory to God in the highest, and on earth peace, good will toward men.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Luke 2:1-20 (6 of 7)</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Good Tidings of Great Joy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15 </a:t>
            </a:r>
            <a:r>
              <a:rPr sz="2800" b="0" i="0">
                <a:solidFill>
                  <a:srgbClr val="222B36"/>
                </a:solidFill>
              </a:rPr>
              <a:t>And it came to pass, as the angels were gone away from them into heaven, the shepherds said one to another, Let us now go even unto Bethlehem, and see this thing which is come to pass, which the Lord hath made known unto us. </a:t>
            </a:r>
            <a:r>
              <a:rPr sz="1600" b="1" i="0">
                <a:solidFill>
                  <a:srgbClr val="2E5E8C"/>
                </a:solidFill>
              </a:rPr>
              <a:t>16 </a:t>
            </a:r>
            <a:r>
              <a:rPr sz="2800" b="0" i="0">
                <a:solidFill>
                  <a:srgbClr val="222B36"/>
                </a:solidFill>
              </a:rPr>
              <a:t>And they came with haste, and found Mary, and Joseph, and the babe lying in a manger.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Luke 2:1-20 (7 of 7)</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Good Tidings of Great Joy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17 </a:t>
            </a:r>
            <a:r>
              <a:rPr sz="2800" b="0" i="0">
                <a:solidFill>
                  <a:srgbClr val="222B36"/>
                </a:solidFill>
              </a:rPr>
              <a:t>And when they had seen it, they made known abroad the saying which was told them concerning this child. </a:t>
            </a:r>
            <a:r>
              <a:rPr sz="1600" b="1" i="0">
                <a:solidFill>
                  <a:srgbClr val="2E5E8C"/>
                </a:solidFill>
              </a:rPr>
              <a:t>18 </a:t>
            </a:r>
            <a:r>
              <a:rPr sz="2800" b="0" i="0">
                <a:solidFill>
                  <a:srgbClr val="222B36"/>
                </a:solidFill>
              </a:rPr>
              <a:t>And all they that heard it wondered at those things which were told them by the shepherds. </a:t>
            </a:r>
            <a:r>
              <a:rPr sz="1600" b="1" i="0">
                <a:solidFill>
                  <a:srgbClr val="2E5E8C"/>
                </a:solidFill>
              </a:rPr>
              <a:t>19 </a:t>
            </a:r>
            <a:r>
              <a:rPr sz="2800" b="0" i="0">
                <a:solidFill>
                  <a:srgbClr val="222B36"/>
                </a:solidFill>
              </a:rPr>
              <a:t>But Mary kept all these things, and pondered them in her heart. </a:t>
            </a:r>
            <a:r>
              <a:rPr sz="1600" b="1" i="0">
                <a:solidFill>
                  <a:srgbClr val="2E5E8C"/>
                </a:solidFill>
              </a:rPr>
              <a:t>20 </a:t>
            </a:r>
            <a:r>
              <a:rPr sz="2800" b="0" i="0">
                <a:solidFill>
                  <a:srgbClr val="222B36"/>
                </a:solidFill>
              </a:rPr>
              <a:t>And the shepherds returned, glorifying and praising God for all the things that they had heard and seen, as it was told unto them.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God came in humility</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Good Tidings of Great Joy</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She laid him in a manger, because there was no room for them in the inn.</a:t>
            </a:r>
          </a:p>
          <a:p>
            <a:pPr>
              <a:spcAft>
                <a:spcPts val="1800"/>
              </a:spcAft>
            </a:pPr>
            <a:r>
              <a:rPr sz="3000" b="1" i="0">
                <a:solidFill>
                  <a:srgbClr val="2E5E8C"/>
                </a:solidFill>
              </a:rPr>
              <a:t>•  </a:t>
            </a:r>
            <a:r>
              <a:rPr sz="3000" b="0" i="0">
                <a:solidFill>
                  <a:srgbClr val="222B36"/>
                </a:solidFill>
              </a:rPr>
              <a:t>God came low so that no one would be too low to come to him.</a:t>
            </a:r>
          </a:p>
          <a:p>
            <a:pPr>
              <a:spcAft>
                <a:spcPts val="1000"/>
              </a:spcAft>
            </a:pPr>
            <a:r>
              <a:rPr sz="2000" b="0" i="1">
                <a:solidFill>
                  <a:srgbClr val="6B7280"/>
                </a:solidFill>
              </a:rPr>
              <a:t>Read: Luke 2:1-7; Philippians 2:6-8; 2 Corinthians 8:9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Good tidings for ordinary people</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Good Tidings of Great Joy</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I bring you good tidings of great joy, which shall be to all people.</a:t>
            </a:r>
          </a:p>
          <a:p>
            <a:pPr>
              <a:spcAft>
                <a:spcPts val="1800"/>
              </a:spcAft>
            </a:pPr>
            <a:r>
              <a:rPr sz="3000" b="1" i="0">
                <a:solidFill>
                  <a:srgbClr val="2E5E8C"/>
                </a:solidFill>
              </a:rPr>
              <a:t>•  </a:t>
            </a:r>
            <a:r>
              <a:rPr sz="3000" b="0" i="0">
                <a:solidFill>
                  <a:srgbClr val="222B36"/>
                </a:solidFill>
              </a:rPr>
              <a:t>Unto you is born this day a Saviour, which is Christ the Lord.</a:t>
            </a:r>
          </a:p>
          <a:p>
            <a:pPr>
              <a:spcAft>
                <a:spcPts val="1000"/>
              </a:spcAft>
            </a:pPr>
            <a:r>
              <a:rPr sz="2000" b="0" i="1">
                <a:solidFill>
                  <a:srgbClr val="6B7280"/>
                </a:solidFill>
              </a:rPr>
              <a:t>Read: Luke 2:8-12; Isaiah 9:6; Matthew 1:21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Glory to God, and peace on earth</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Good Tidings of Great Joy</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Glory to God in the highest, and on earth peace.</a:t>
            </a:r>
          </a:p>
          <a:p>
            <a:pPr>
              <a:spcAft>
                <a:spcPts val="1800"/>
              </a:spcAft>
            </a:pPr>
            <a:r>
              <a:rPr sz="3000" b="1" i="0">
                <a:solidFill>
                  <a:srgbClr val="2E5E8C"/>
                </a:solidFill>
              </a:rPr>
              <a:t>•  </a:t>
            </a:r>
            <a:r>
              <a:rPr sz="3000" b="0" i="0">
                <a:solidFill>
                  <a:srgbClr val="222B36"/>
                </a:solidFill>
              </a:rPr>
              <a:t>Mary kept all these things, and pondered them in her heart.</a:t>
            </a:r>
          </a:p>
          <a:p>
            <a:pPr>
              <a:spcAft>
                <a:spcPts val="1000"/>
              </a:spcAft>
            </a:pPr>
            <a:r>
              <a:rPr sz="2000" b="0" i="1">
                <a:solidFill>
                  <a:srgbClr val="6B7280"/>
                </a:solidFill>
              </a:rPr>
              <a:t>Read: Luke 2:13-20; John 1:14; Romans 5:1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Good Tidings of Great Joy</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Why do you think God chose such humble circumstances for the birth of his Son?</a:t>
            </a:r>
          </a:p>
          <a:p>
            <a:pPr>
              <a:spcAft>
                <a:spcPts val="1800"/>
              </a:spcAft>
            </a:pPr>
            <a:r>
              <a:rPr sz="2800" b="1" i="0">
                <a:solidFill>
                  <a:srgbClr val="2E5E8C"/>
                </a:solidFill>
              </a:rPr>
              <a:t>2.  </a:t>
            </a:r>
            <a:r>
              <a:rPr sz="2800" b="0" i="0">
                <a:solidFill>
                  <a:srgbClr val="222B36"/>
                </a:solidFill>
              </a:rPr>
              <a:t>Why might God have announced the birth first to shepherds?</a:t>
            </a:r>
          </a:p>
          <a:p>
            <a:pPr>
              <a:spcAft>
                <a:spcPts val="1800"/>
              </a:spcAft>
            </a:pPr>
            <a:r>
              <a:rPr sz="2800" b="1" i="0">
                <a:solidFill>
                  <a:srgbClr val="2E5E8C"/>
                </a:solidFill>
              </a:rPr>
              <a:t>3.  </a:t>
            </a:r>
            <a:r>
              <a:rPr sz="2800" b="0" i="0">
                <a:solidFill>
                  <a:srgbClr val="222B36"/>
                </a:solidFill>
              </a:rPr>
              <a:t>What do the three titles Saviour, Christ and Lord each tell us about Jesus?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Good Tidings of Great Joy</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The shepherds told others; Mary pondered. Which comes more naturally to you this Christmas, and how could you practise the other?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