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 which soweth sparingly shall reap also sparingly; and he which soweth bountifully shall reap also bountifully" (v. 6). A farmer who hoards his seed will have a small harvest. Generous giving is like sowing. It is not lost; God brings a harvest from it, though the harvest is in his hands and may be spiritual more than material.</a:t>
            </a:r>
          </a:p>
          <a:p/>
          <a:p>
            <a:r>
              <a:t>“no man can expect to reap but in proportion as he has sowed.” — Adam Clarke, Commentary on the Bible, on 2 Corinthians 9:6</a:t>
            </a:r>
          </a:p>
          <a:p/>
          <a:p>
            <a:r>
              <a:t>“Works of charity are so far from impoverishing us that they are the proper means truly to enrich us, or make us truly rich.” — Matthew Henry, Commentary on the Whole Bible, on 2 Corinthians 9:6-15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man according as he purposeth in his heart, so let him give; not grudgingly, or of necessity: for God loveth a cheerful giver" (v. 7). The word "cheerful" is related to our word "hilarious." Giving should be decided thoughtfully in the heart, not squeezed out by pressure, and done gladly.</a:t>
            </a:r>
          </a:p>
          <a:p/>
          <a:p>
            <a:r>
              <a:t>“The main idea in this verse is, that the act of giving should be voluntary and cheerful.” — Albert Barnes, Notes on the New Testament, on 2 Corinthians 9:7</a:t>
            </a:r>
          </a:p>
          <a:p/>
          <a:p>
            <a:r>
              <a:t>“Let the full consent of the free will go with the gift” — Andrew Robert Fausset, Commentary Critical and Explanatory on the Whole Bible (Jamieson, Fausset and Brown), on 2 Corinthians 9:7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God "is able to make all grace abound toward you" (v. 8). He supplies seed to the sower. We are enriched "to all bountifulness" (v. 11), not so that we can keep it all, but so that we can share. Giving meets needs and produces thanksgiving to God. Behind it all stands the greatest gift of all: "Thanks be unto God for his unspeakable gift" (v. 15).</a:t>
            </a:r>
          </a:p>
          <a:p/>
          <a:p>
            <a:r>
              <a:t>“God's gifts are bestowed on us, not that we may have them to ourselves” — Andrew Robert Fausset, Commentary Critical and Explanatory on the Whole Bible (Jamieson, Fausset and Brown), on 2 Corinthians 9:8</a:t>
            </a:r>
          </a:p>
          <a:p/>
          <a:p>
            <a:r>
              <a:t>“The poor are relieved, see the hand of God in this relief, and give God the glory of his grace.” — Adam Clarke, Commentary on the Bible, on 2 Corinthians 9:12</a:t>
            </a:r>
          </a:p>
          <a:p/>
          <a:p>
            <a:r>
              <a:t>“the gift of His own Son, which includes all other inferior gifts” — Andrew Robert Fausset, Commentary Critical and Explanatory on the Whole Bible (Jamieson, Fausset and Brown), on 2 Corinthians 9:15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God Loves a Cheerful Giver</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Christian giving is generous, willing and cheerful, because God supplies all we have so that we can bless others, and his own unspeakable gift moves us to give.</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2 Corinthians 9:6-15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Corinthians 9:6-15 (1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God Loves a Cheerful Giver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6 </a:t>
            </a:r>
            <a:r>
              <a:rPr sz="2800" b="0" i="0">
                <a:solidFill>
                  <a:srgbClr val="222B36"/>
                </a:solidFill>
              </a:rPr>
              <a:t>But this I say, He which soweth sparingly shall reap also sparingly; and he which soweth bountifully shall reap also bountifully. </a:t>
            </a:r>
            <a:r>
              <a:rPr sz="1600" b="1" i="0">
                <a:solidFill>
                  <a:srgbClr val="2E5E8C"/>
                </a:solidFill>
              </a:rPr>
              <a:t>7 </a:t>
            </a:r>
            <a:r>
              <a:rPr sz="2800" b="0" i="0">
                <a:solidFill>
                  <a:srgbClr val="222B36"/>
                </a:solidFill>
              </a:rPr>
              <a:t>Every man according as he purposeth in his heart, so let him give; not grudgingly, or of necessity: for God loveth a cheerful giver.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Corinthians 9:6-15 (2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God Loves a Cheerful Giver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And God is able to make all grace abound toward you; that ye, always having all sufficiency in all things, may abound to every good work: </a:t>
            </a:r>
            <a:r>
              <a:rPr sz="1600" b="1" i="0">
                <a:solidFill>
                  <a:srgbClr val="2E5E8C"/>
                </a:solidFill>
              </a:rPr>
              <a:t>9 </a:t>
            </a:r>
            <a:r>
              <a:rPr sz="2800" b="0" i="0">
                <a:solidFill>
                  <a:srgbClr val="222B36"/>
                </a:solidFill>
              </a:rPr>
              <a:t>(As it is written, He hath dispersed abroad; he hath given to the poor: his righteousness remaineth for ever.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Corinthians 9:6-15 (3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God Loves a Cheerful Giver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10 </a:t>
            </a:r>
            <a:r>
              <a:rPr sz="2800" b="0" i="0">
                <a:solidFill>
                  <a:srgbClr val="222B36"/>
                </a:solidFill>
              </a:rPr>
              <a:t>Now he that ministereth seed to the sower both minister bread for your food, and multiply your seed sown, and increase the fruits of your righteousness;) </a:t>
            </a:r>
            <a:r>
              <a:rPr sz="1600" b="1" i="0">
                <a:solidFill>
                  <a:srgbClr val="2E5E8C"/>
                </a:solidFill>
              </a:rPr>
              <a:t>11 </a:t>
            </a:r>
            <a:r>
              <a:rPr sz="2800" b="0" i="0">
                <a:solidFill>
                  <a:srgbClr val="222B36"/>
                </a:solidFill>
              </a:rPr>
              <a:t>Being enriched in every thing to all bountifulness, which causeth through us thanksgiving to God. </a:t>
            </a:r>
            <a:r>
              <a:rPr sz="1600" b="1" i="0">
                <a:solidFill>
                  <a:srgbClr val="2E5E8C"/>
                </a:solidFill>
              </a:rPr>
              <a:t>12 </a:t>
            </a:r>
            <a:r>
              <a:rPr sz="2800" b="0" i="0">
                <a:solidFill>
                  <a:srgbClr val="222B36"/>
                </a:solidFill>
              </a:rPr>
              <a:t>For the administration of this service not only supplieth the want of the saints, but is abundant also by many thanksgivings unto God;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Corinthians 9:6-15 (4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God Loves a Cheerful Giver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13 </a:t>
            </a:r>
            <a:r>
              <a:rPr sz="2800" b="0" i="0">
                <a:solidFill>
                  <a:srgbClr val="222B36"/>
                </a:solidFill>
              </a:rPr>
              <a:t>Whiles by the experiment of this ministration they glorify God for your professed subjection unto the gospel of Christ, and for your liberal distribution unto them, and unto all men; </a:t>
            </a:r>
            <a:r>
              <a:rPr sz="1600" b="1" i="0">
                <a:solidFill>
                  <a:srgbClr val="2E5E8C"/>
                </a:solidFill>
              </a:rPr>
              <a:t>14 </a:t>
            </a:r>
            <a:r>
              <a:rPr sz="2800" b="0" i="0">
                <a:solidFill>
                  <a:srgbClr val="222B36"/>
                </a:solidFill>
              </a:rPr>
              <a:t>And by their prayer for you, which long after you for the exceeding grace of God in you. </a:t>
            </a:r>
            <a:r>
              <a:rPr sz="1600" b="1" i="0">
                <a:solidFill>
                  <a:srgbClr val="2E5E8C"/>
                </a:solidFill>
              </a:rPr>
              <a:t>15 </a:t>
            </a:r>
            <a:r>
              <a:rPr sz="2800" b="0" i="0">
                <a:solidFill>
                  <a:srgbClr val="222B36"/>
                </a:solidFill>
              </a:rPr>
              <a:t>Thanks be unto God for his unspeakable gift.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Sow generously</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God Loves a Cheerful Giver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He which soweth bountifully shall reap also bountifully.</a:t>
            </a:r>
          </a:p>
          <a:p>
            <a:pPr>
              <a:spcAft>
                <a:spcPts val="1800"/>
              </a:spcAft>
            </a:pPr>
            <a:r>
              <a:rPr sz="3000" b="1" i="0">
                <a:solidFill>
                  <a:srgbClr val="2E5E8C"/>
                </a:solidFill>
              </a:rPr>
              <a:t>•  </a:t>
            </a:r>
            <a:r>
              <a:rPr sz="3000" b="0" i="0">
                <a:solidFill>
                  <a:srgbClr val="222B36"/>
                </a:solidFill>
              </a:rPr>
              <a:t>Generous giving is like sowing seed.</a:t>
            </a:r>
          </a:p>
          <a:p>
            <a:pPr>
              <a:spcAft>
                <a:spcPts val="1000"/>
              </a:spcAft>
            </a:pPr>
            <a:r>
              <a:rPr sz="2000" b="0" i="1">
                <a:solidFill>
                  <a:srgbClr val="6B7280"/>
                </a:solidFill>
              </a:rPr>
              <a:t>Read: 2 Corinthians 9:6; Proverbs 11:24-25; Luke 6:38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Give willingly and cheerfully</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God Loves a Cheerful Giver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God loveth a cheerful giver.</a:t>
            </a:r>
          </a:p>
          <a:p>
            <a:pPr>
              <a:spcAft>
                <a:spcPts val="1800"/>
              </a:spcAft>
            </a:pPr>
            <a:r>
              <a:rPr sz="3000" b="1" i="0">
                <a:solidFill>
                  <a:srgbClr val="2E5E8C"/>
                </a:solidFill>
              </a:rPr>
              <a:t>•  </a:t>
            </a:r>
            <a:r>
              <a:rPr sz="3000" b="0" i="0">
                <a:solidFill>
                  <a:srgbClr val="222B36"/>
                </a:solidFill>
              </a:rPr>
              <a:t>Give as you purpose in your heart, not grudgingly.</a:t>
            </a:r>
          </a:p>
          <a:p>
            <a:pPr>
              <a:spcAft>
                <a:spcPts val="1000"/>
              </a:spcAft>
            </a:pPr>
            <a:r>
              <a:rPr sz="2000" b="0" i="1">
                <a:solidFill>
                  <a:srgbClr val="6B7280"/>
                </a:solidFill>
              </a:rPr>
              <a:t>Read: 2 Corinthians 9:7; 2 Corinthians 8:12; Deuteronomy 15:10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God supplies us so that we can give, and it ends in thanks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God Loves a Cheerful Giver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God is able to make all grace abound toward you.</a:t>
            </a:r>
          </a:p>
          <a:p>
            <a:pPr>
              <a:spcAft>
                <a:spcPts val="1800"/>
              </a:spcAft>
            </a:pPr>
            <a:r>
              <a:rPr sz="3000" b="1" i="0">
                <a:solidFill>
                  <a:srgbClr val="2E5E8C"/>
                </a:solidFill>
              </a:rPr>
              <a:t>•  </a:t>
            </a:r>
            <a:r>
              <a:rPr sz="3000" b="0" i="0">
                <a:solidFill>
                  <a:srgbClr val="222B36"/>
                </a:solidFill>
              </a:rPr>
              <a:t>Thanks be unto God for his unspeakable gift.</a:t>
            </a:r>
          </a:p>
          <a:p>
            <a:pPr>
              <a:spcAft>
                <a:spcPts val="1000"/>
              </a:spcAft>
            </a:pPr>
            <a:r>
              <a:rPr sz="2000" b="0" i="1">
                <a:solidFill>
                  <a:srgbClr val="6B7280"/>
                </a:solidFill>
              </a:rPr>
              <a:t>Read: 2 Corinthians 9:8-15; 2 Corinthians 8:9; John 3:16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God Loves a Cheerful Giver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Paul uses farming pictures to talk about giving?</a:t>
            </a:r>
          </a:p>
          <a:p>
            <a:pPr>
              <a:spcAft>
                <a:spcPts val="1800"/>
              </a:spcAft>
            </a:pPr>
            <a:r>
              <a:rPr sz="2800" b="1" i="0">
                <a:solidFill>
                  <a:srgbClr val="2E5E8C"/>
                </a:solidFill>
              </a:rPr>
              <a:t>2.  </a:t>
            </a:r>
            <a:r>
              <a:rPr sz="2800" b="0" i="0">
                <a:solidFill>
                  <a:srgbClr val="222B36"/>
                </a:solidFill>
              </a:rPr>
              <a:t>What makes giving "grudging" rather than "cheerful"?</a:t>
            </a:r>
          </a:p>
          <a:p>
            <a:pPr>
              <a:spcAft>
                <a:spcPts val="1800"/>
              </a:spcAft>
            </a:pPr>
            <a:r>
              <a:rPr sz="2800" b="1" i="0">
                <a:solidFill>
                  <a:srgbClr val="2E5E8C"/>
                </a:solidFill>
              </a:rPr>
              <a:t>3.  </a:t>
            </a:r>
            <a:r>
              <a:rPr sz="2800" b="0" i="0">
                <a:solidFill>
                  <a:srgbClr val="222B36"/>
                </a:solidFill>
              </a:rPr>
              <a:t>What does verse 8 suggest about where our resources come from and what they are for?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God Loves a Cheerful Giver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does remembering God's "unspeakable gift" change our attitude to giving?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