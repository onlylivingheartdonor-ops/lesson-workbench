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Baptism was not invented by the church. Jesus himself commanded it, as part of making disciples of all nations, in the name of the Father, the Son and the Holy Spirit. Christians of every tradition baptize because Jesus told us to, and they use these words.</a:t>
            </a:r>
          </a:p>
          <a:p/>
          <a:p>
            <a:r>
              <a:t>“Baptism consists in applying water to a person "in the name of the Father and of the Son and of the Holy Ghost," as Christ has commanded.” — Joseph Stump, An Explanation of Luther's Small Catechism, “What Baptism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says that "so many of us as were baptized into Jesus Christ were baptized into his death" (Romans 6:3). Baptism is about union with Christ: belonging to him, sharing in what his death and resurrection accomplished, and being marked as his.</a:t>
            </a:r>
          </a:p>
          <a:p/>
          <a:p>
            <a:r>
              <a:t>“sealed with the seal of heaven, and as it were formally entered and articled, to all the benefits and all the obligations of Christian discipleship” — David Brown, Commentary Critical and Explanatory on the Whole Bible (Jamieson, Fausset and Brown), on Romans 6:3</a:t>
            </a:r>
          </a:p>
          <a:p/>
          <a:p>
            <a:r>
              <a:t>“To be baptized into Christ, is to receive the doctrine of Christ crucified” — Adam Clarke, Commentary on the Bible, on Romans 6:3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Pentecostal churches baptize believers by immersion. Water baptism follows salvation: those who have repented and trusted Christ are "buried with him by baptism" (Romans 6:4) as an act of obedience and a public testimony. It does not save; Christ saves. Infants are dedicated to the Lord, and baptized when they believe. Peter's sermon also points beyond water baptism: "Repent, and be baptized ... and ye shall receive the gift of the Holy Ghost" (Acts 2:38). Pentecostals encourage every believer to seek that promised fullness of the Spirit, which they call the baptism in the Holy Spirit.</a:t>
            </a:r>
          </a:p>
          <a:p/>
          <a:p>
            <a:r>
              <a:t>“bury the candidates in a watery grave by immersion” — Maria Woodworth-Etter, Signs and Wonders God Wrought in the Ministry for Forty Years, “Chapter 18: The Lord Calls Us to California—The Battle Opens in Oakland”</a:t>
            </a:r>
          </a:p>
          <a:p/>
          <a:p>
            <a:r>
              <a:t>“It is probable that the apostle here alludes to the mode of administering baptism by immersion” — Adam Clarke, Commentary on the Bible, on Romans 6:4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Baptized into Christ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Jesus commanded baptism for his disciples; Pentecostal churches baptize believers by immersion as an act of obedience and testimony, and look also for the promised gift of the Holy Spirit.</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Matthew 28:18-20; Romans 6:3-4   ·   Pentecostal and Charismatic version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28:18-20</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18 </a:t>
            </a:r>
            <a:r>
              <a:rPr sz="2800" b="0" i="0">
                <a:solidFill>
                  <a:srgbClr val="222B36"/>
                </a:solidFill>
              </a:rPr>
              <a:t>And Jesus came and spake unto them, saying, All power is given unto me in heaven and in earth. </a:t>
            </a:r>
            <a:r>
              <a:rPr sz="1600" b="1" i="0">
                <a:solidFill>
                  <a:srgbClr val="2E5E8C"/>
                </a:solidFill>
              </a:rPr>
              <a:t>19 </a:t>
            </a:r>
            <a:r>
              <a:rPr sz="2800" b="0" i="0">
                <a:solidFill>
                  <a:srgbClr val="222B36"/>
                </a:solidFill>
              </a:rPr>
              <a:t>Go ye therefore, and teach all nations, baptizing them in the name of the Father, and of the Son, and of the Holy Ghost: </a:t>
            </a:r>
            <a:r>
              <a:rPr sz="1600" b="1" i="0">
                <a:solidFill>
                  <a:srgbClr val="2E5E8C"/>
                </a:solidFill>
              </a:rPr>
              <a:t>20 </a:t>
            </a:r>
            <a:r>
              <a:rPr sz="2800" b="0" i="0">
                <a:solidFill>
                  <a:srgbClr val="222B36"/>
                </a:solidFill>
              </a:rPr>
              <a:t>Teaching them to observe all things whatsoever I have commanded you: and, lo, I am with you alway, even unto the end of the world. Amen.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Romans 6:3-4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 </a:t>
            </a:r>
            <a:r>
              <a:rPr sz="2800" b="0" i="0">
                <a:solidFill>
                  <a:srgbClr val="222B36"/>
                </a:solidFill>
              </a:rPr>
              <a:t>Know ye not, that so many of us as were baptized into Jesus Christ were baptized into his death? </a:t>
            </a:r>
            <a:r>
              <a:rPr sz="1600" b="1" i="0">
                <a:solidFill>
                  <a:srgbClr val="2E5E8C"/>
                </a:solidFill>
              </a:rPr>
              <a:t>4 </a:t>
            </a:r>
            <a:r>
              <a:rPr sz="2800" b="0" i="0">
                <a:solidFill>
                  <a:srgbClr val="222B36"/>
                </a:solidFill>
              </a:rPr>
              <a:t>Therefore we are buried with him by baptism into death: that like as Christ was raised up from the dead by the glory of the Father, even so we also should walk in newness of life.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Commanded by Christ for his disciples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Baptize them in the name of the Father, and of the Son, and of the Holy Ghost (Spirit).</a:t>
            </a:r>
          </a:p>
          <a:p>
            <a:pPr>
              <a:spcAft>
                <a:spcPts val="1800"/>
              </a:spcAft>
            </a:pPr>
            <a:r>
              <a:rPr sz="3000" b="1" i="0">
                <a:solidFill>
                  <a:srgbClr val="2E5E8C"/>
                </a:solidFill>
              </a:rPr>
              <a:t>•  </a:t>
            </a:r>
            <a:r>
              <a:rPr sz="3000" b="0" i="0">
                <a:solidFill>
                  <a:srgbClr val="222B36"/>
                </a:solidFill>
              </a:rPr>
              <a:t>Christians baptize because Jesus commanded it.</a:t>
            </a:r>
          </a:p>
          <a:p>
            <a:pPr>
              <a:spcAft>
                <a:spcPts val="1000"/>
              </a:spcAft>
            </a:pPr>
            <a:r>
              <a:rPr sz="2000" b="0" i="1">
                <a:solidFill>
                  <a:srgbClr val="6B7280"/>
                </a:solidFill>
              </a:rPr>
              <a:t>Read: Matthew 28:18-20; Acts 2:41; Acts 8:12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Baptized into Christ's death and resurrection</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So many of us as were baptized into Jesus Christ were baptized into his death.</a:t>
            </a:r>
          </a:p>
          <a:p>
            <a:pPr>
              <a:spcAft>
                <a:spcPts val="1800"/>
              </a:spcAft>
            </a:pPr>
            <a:r>
              <a:rPr sz="3000" b="1" i="0">
                <a:solidFill>
                  <a:srgbClr val="2E5E8C"/>
                </a:solidFill>
              </a:rPr>
              <a:t>•  </a:t>
            </a:r>
            <a:r>
              <a:rPr sz="3000" b="0" i="0">
                <a:solidFill>
                  <a:srgbClr val="222B36"/>
                </a:solidFill>
              </a:rPr>
              <a:t>Baptism speaks of our union with Christ.</a:t>
            </a:r>
          </a:p>
          <a:p>
            <a:pPr>
              <a:spcAft>
                <a:spcPts val="1000"/>
              </a:spcAft>
            </a:pPr>
            <a:r>
              <a:rPr sz="2000" b="0" i="1">
                <a:solidFill>
                  <a:srgbClr val="6B7280"/>
                </a:solidFill>
              </a:rPr>
              <a:t>Read: Romans 6:3-4; Galatians 3:27; Colossians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Water baptism: obedience, testimony, and the promise of the Spirit</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Water baptism is an act of obedience and testimony.</a:t>
            </a:r>
          </a:p>
          <a:p>
            <a:pPr>
              <a:spcAft>
                <a:spcPts val="1800"/>
              </a:spcAft>
            </a:pPr>
            <a:r>
              <a:rPr sz="3000" b="1" i="0">
                <a:solidFill>
                  <a:srgbClr val="2E5E8C"/>
                </a:solidFill>
              </a:rPr>
              <a:t>•  </a:t>
            </a:r>
            <a:r>
              <a:rPr sz="3000" b="0" i="0">
                <a:solidFill>
                  <a:srgbClr val="222B36"/>
                </a:solidFill>
              </a:rPr>
              <a:t>Repent, and be baptized, and ye shall receive the gift of the Holy Ghost (Spirit).</a:t>
            </a:r>
          </a:p>
          <a:p>
            <a:pPr>
              <a:spcAft>
                <a:spcPts val="1000"/>
              </a:spcAft>
            </a:pPr>
            <a:r>
              <a:rPr sz="2000" b="0" i="1">
                <a:solidFill>
                  <a:srgbClr val="6B7280"/>
                </a:solidFill>
              </a:rPr>
              <a:t>Read: Acts 2:38-39; Acts 8:36-38; Romans 6:4; Acts 19:4-6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all Christians agree about baptism, according to today's passages?</a:t>
            </a:r>
          </a:p>
          <a:p>
            <a:pPr>
              <a:spcAft>
                <a:spcPts val="1800"/>
              </a:spcAft>
            </a:pPr>
            <a:r>
              <a:rPr sz="2800" b="1" i="0">
                <a:solidFill>
                  <a:srgbClr val="2E5E8C"/>
                </a:solidFill>
              </a:rPr>
              <a:t>2.  </a:t>
            </a:r>
            <a:r>
              <a:rPr sz="2800" b="0" i="0">
                <a:solidFill>
                  <a:srgbClr val="222B36"/>
                </a:solidFill>
              </a:rPr>
              <a:t>Why do Pentecostal churches baptize believers by immersion?</a:t>
            </a:r>
          </a:p>
          <a:p>
            <a:pPr>
              <a:spcAft>
                <a:spcPts val="1800"/>
              </a:spcAft>
            </a:pPr>
            <a:r>
              <a:rPr sz="2800" b="1" i="0">
                <a:solidFill>
                  <a:srgbClr val="2E5E8C"/>
                </a:solidFill>
              </a:rPr>
              <a:t>3.  </a:t>
            </a:r>
            <a:r>
              <a:rPr sz="2800" b="0" i="0">
                <a:solidFill>
                  <a:srgbClr val="222B36"/>
                </a:solidFill>
              </a:rPr>
              <a:t>What does Romans 6 say baptism should mean for the way we live this week?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we hold our own convictions about baptism while showing love to Christians who practise it differently?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