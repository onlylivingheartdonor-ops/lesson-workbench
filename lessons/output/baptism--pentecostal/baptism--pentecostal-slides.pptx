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Pentecostal churches baptize believers by immersion. Water baptism follows salvation: those who have repented and trusted Christ are "buried with him by baptism" (Romans 6:4) as an act of obedience and a public testimony. It does not save; Christ saves. Infants are dedicated to the Lord, and baptized when they believe. Peter's sermon also points beyond water baptism: "Repent, and be baptized ... and ye shall receive the gift of the Holy Ghost" (Acts 2:38). Pentecostals encourage every believer to seek that promised fullness of the Spirit, which they call the baptism in the Holy Spirit.</a:t>
            </a:r>
          </a:p>
          <a:p/>
          <a:p>
            <a:r>
              <a:t>“bury the candidates in a watery grave by immersion” — Maria Woodworth-Etter, Signs and Wonders God Wrought in the Ministry for Forty Years, “Chapter 18: The Lord Calls Us to California—The Battle Opens in Oakland”</a:t>
            </a:r>
          </a:p>
          <a:p/>
          <a:p>
            <a:r>
              <a:t>“It is probable that the apostle here alludes to the mode of administering baptism by immersion” — Adam Clarke, Commentary on the Bible, on Romans 6:4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Pentecostal churches baptize believers by immersion as an act of obedience and testimony, and look also for the promised gift of the Holy Spirit.</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   ·   Pentecostal and Charismatic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Water baptism: obedience, testimony, and the promise of the Spirit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Water baptism is an act of obedience and testimony.</a:t>
            </a:r>
          </a:p>
          <a:p>
            <a:pPr>
              <a:spcAft>
                <a:spcPts val="1800"/>
              </a:spcAft>
            </a:pPr>
            <a:r>
              <a:rPr sz="3000" b="1" i="0">
                <a:solidFill>
                  <a:srgbClr val="2E5E8C"/>
                </a:solidFill>
              </a:rPr>
              <a:t>•  </a:t>
            </a:r>
            <a:r>
              <a:rPr sz="3000" b="0" i="0">
                <a:solidFill>
                  <a:srgbClr val="222B36"/>
                </a:solidFill>
              </a:rPr>
              <a:t>Repent, and be baptized, and ye shall receive the gift of the Holy Ghost (Spirit).</a:t>
            </a:r>
          </a:p>
          <a:p>
            <a:pPr>
              <a:spcAft>
                <a:spcPts val="1000"/>
              </a:spcAft>
            </a:pPr>
            <a:r>
              <a:rPr sz="2000" b="0" i="1">
                <a:solidFill>
                  <a:srgbClr val="6B7280"/>
                </a:solidFill>
              </a:rPr>
              <a:t>Read: Acts 2:38-39; Acts 8:36-38; Romans 6:4; Acts 19:4-6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Why do Pentecostal churches baptize believers by immersion?</a:t>
            </a:r>
          </a:p>
          <a:p>
            <a:pPr>
              <a:spcAft>
                <a:spcPts val="1800"/>
              </a:spcAft>
            </a:pPr>
            <a:r>
              <a:rPr sz="2800" b="1" i="0">
                <a:solidFill>
                  <a:srgbClr val="2E5E8C"/>
                </a:solidFill>
              </a:rPr>
              <a:t>3.  </a:t>
            </a:r>
            <a:r>
              <a:rPr sz="2800" b="0" i="0">
                <a:solidFill>
                  <a:srgbClr val="222B36"/>
                </a:solidFill>
              </a:rPr>
              <a:t>What does Romans 6 say baptism should mean for the way we live this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