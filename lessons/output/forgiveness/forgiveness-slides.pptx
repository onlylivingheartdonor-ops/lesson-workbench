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Peter wanted to know where forgiveness could stop. Jesus' answer removes the stopping point. The question "How often must I forgive?" already assumes that forgiveness will run out some day. Jesus tells us to stop keeping the score.</a:t>
            </a:r>
          </a:p>
          <a:p/>
          <a:p>
            <a:r>
              <a:t>“There is something of ill-nature in scoring up the injuries we forgive, as if we would allow ourselves to be revenged when the measure is full.” — Matthew Henry, Commentary on the Whole Bible, on Matthew 18:21-35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servant could not pay, and he could never have paid. His promise, "I will pay thee all," was hopeless. The king did not give him more time; he cancelled the whole debt out of compassion. That is the picture of what God has done for us in Christ. Our debt of sin was beyond our power to repay, and God forgave it freely.</a:t>
            </a:r>
          </a:p>
          <a:p/>
          <a:p>
            <a:r>
              <a:t>“so is it impossible for a sinner, infinitely indebted to Divine justice, ever to pay a mite out of the talent.” — Adam Clarke, Commentary on the Bible, on Matthew 18:25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servant walked out and seized a man who owed him a small sum. What makes the story shocking is that he had just been forgiven so much. Jesus says that forgiveness received and forgiveness given belong together. We forgive because we have been forgiven, and we forgive "from the heart" (v. 35), not only with our words.</a:t>
            </a:r>
          </a:p>
          <a:p/>
          <a:p>
            <a:r>
              <a:t>“God teaches us what to do to a fellow-sinner, by what He does to us.” — Adam Clarke, Commentary on the Bible, on Matthew 18:30</a:t>
            </a:r>
          </a:p>
          <a:p/>
          <a:p>
            <a:r>
              <a:t>“From your hearts. That is, not merely in words, but really and truly to feel and act towards him as if he had not offended us.” — Albert Barnes, Notes on the New Testament, on Matthew 18:35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Forgiven People Forgive</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Because God has forgiven us a debt we could never pay, we forgive others from the heart, again and again.</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Matthew 18:21-35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18:21-35 (1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Forgiven People Forgive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21 </a:t>
            </a:r>
            <a:r>
              <a:rPr sz="2800" b="0" i="0">
                <a:solidFill>
                  <a:srgbClr val="222B36"/>
                </a:solidFill>
              </a:rPr>
              <a:t>Then came Peter to him, and said, Lord, how oft shall my brother sin against me, and I forgive him? till seven times? </a:t>
            </a:r>
            <a:r>
              <a:rPr sz="1600" b="1" i="0">
                <a:solidFill>
                  <a:srgbClr val="2E5E8C"/>
                </a:solidFill>
              </a:rPr>
              <a:t>22 </a:t>
            </a:r>
            <a:r>
              <a:rPr sz="2800" b="0" i="0">
                <a:solidFill>
                  <a:srgbClr val="222B36"/>
                </a:solidFill>
              </a:rPr>
              <a:t>Jesus saith unto him, I say not unto thee, Until seven times: but, Until seventy times seven. </a:t>
            </a:r>
            <a:r>
              <a:rPr sz="1600" b="1" i="0">
                <a:solidFill>
                  <a:srgbClr val="2E5E8C"/>
                </a:solidFill>
              </a:rPr>
              <a:t>23 </a:t>
            </a:r>
            <a:r>
              <a:rPr sz="2800" b="0" i="0">
                <a:solidFill>
                  <a:srgbClr val="222B36"/>
                </a:solidFill>
              </a:rPr>
              <a:t>Therefore is the kingdom of heaven likened unto a certain king, which would take account of his servants.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18:21-35 (2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Forgiven People Forgive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24 </a:t>
            </a:r>
            <a:r>
              <a:rPr sz="2800" b="0" i="0">
                <a:solidFill>
                  <a:srgbClr val="222B36"/>
                </a:solidFill>
              </a:rPr>
              <a:t>And when he had begun to reckon, one was brought unto him, which owed him ten thousand talents. </a:t>
            </a:r>
            <a:r>
              <a:rPr sz="1600" b="1" i="0">
                <a:solidFill>
                  <a:srgbClr val="2E5E8C"/>
                </a:solidFill>
              </a:rPr>
              <a:t>25 </a:t>
            </a:r>
            <a:r>
              <a:rPr sz="2800" b="0" i="0">
                <a:solidFill>
                  <a:srgbClr val="222B36"/>
                </a:solidFill>
              </a:rPr>
              <a:t>But forasmuch as he had not to pay, his lord commanded him to be sold, and his wife, and children, and all that he had, and payment to be made. </a:t>
            </a:r>
            <a:r>
              <a:rPr sz="1600" b="1" i="0">
                <a:solidFill>
                  <a:srgbClr val="2E5E8C"/>
                </a:solidFill>
              </a:rPr>
              <a:t>26 </a:t>
            </a:r>
            <a:r>
              <a:rPr sz="2800" b="0" i="0">
                <a:solidFill>
                  <a:srgbClr val="222B36"/>
                </a:solidFill>
              </a:rPr>
              <a:t>The servant therefore fell down, and worshipped him, saying, Lord, have patience with me, and I will pay thee all.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18:21-35 (3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Forgiven People Forgive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27 </a:t>
            </a:r>
            <a:r>
              <a:rPr sz="2800" b="0" i="0">
                <a:solidFill>
                  <a:srgbClr val="222B36"/>
                </a:solidFill>
              </a:rPr>
              <a:t>Then the lord of that servant was moved with compassion, and loosed him, and forgave him the debt. </a:t>
            </a:r>
            <a:r>
              <a:rPr sz="1600" b="1" i="0">
                <a:solidFill>
                  <a:srgbClr val="2E5E8C"/>
                </a:solidFill>
              </a:rPr>
              <a:t>28 </a:t>
            </a:r>
            <a:r>
              <a:rPr sz="2800" b="0" i="0">
                <a:solidFill>
                  <a:srgbClr val="222B36"/>
                </a:solidFill>
              </a:rPr>
              <a:t>But the same servant went out, and found one of his fellowservants, which owed him an hundred pence: and he laid hands on him, and took him by the throat, saying, Pay me that thou owest.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18:21-35 (4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Forgiven People Forgive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29 </a:t>
            </a:r>
            <a:r>
              <a:rPr sz="2800" b="0" i="0">
                <a:solidFill>
                  <a:srgbClr val="222B36"/>
                </a:solidFill>
              </a:rPr>
              <a:t>And his fellowservant fell down at his feet, and besought him, saying, Have patience with me, and I will pay thee all. </a:t>
            </a:r>
            <a:r>
              <a:rPr sz="1600" b="1" i="0">
                <a:solidFill>
                  <a:srgbClr val="2E5E8C"/>
                </a:solidFill>
              </a:rPr>
              <a:t>30 </a:t>
            </a:r>
            <a:r>
              <a:rPr sz="2800" b="0" i="0">
                <a:solidFill>
                  <a:srgbClr val="222B36"/>
                </a:solidFill>
              </a:rPr>
              <a:t>And he would not: but went and cast him into prison, till he should pay the debt. </a:t>
            </a:r>
            <a:r>
              <a:rPr sz="1600" b="1" i="0">
                <a:solidFill>
                  <a:srgbClr val="2E5E8C"/>
                </a:solidFill>
              </a:rPr>
              <a:t>31 </a:t>
            </a:r>
            <a:r>
              <a:rPr sz="2800" b="0" i="0">
                <a:solidFill>
                  <a:srgbClr val="222B36"/>
                </a:solidFill>
              </a:rPr>
              <a:t>So when his fellowservants saw what was done, they were very sorry, and came and told unto their lord all that was done.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18:21-35 (5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Forgiven People Forgive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32 </a:t>
            </a:r>
            <a:r>
              <a:rPr sz="2800" b="0" i="0">
                <a:solidFill>
                  <a:srgbClr val="222B36"/>
                </a:solidFill>
              </a:rPr>
              <a:t>Then his lord, after that he had called him, said unto him, O thou wicked servant, I forgave thee all that debt, because thou desiredst me: </a:t>
            </a:r>
            <a:r>
              <a:rPr sz="1600" b="1" i="0">
                <a:solidFill>
                  <a:srgbClr val="2E5E8C"/>
                </a:solidFill>
              </a:rPr>
              <a:t>33 </a:t>
            </a:r>
            <a:r>
              <a:rPr sz="2800" b="0" i="0">
                <a:solidFill>
                  <a:srgbClr val="222B36"/>
                </a:solidFill>
              </a:rPr>
              <a:t>Shouldest not thou also have had compassion on thy fellowservant, even as I had pity on thee? </a:t>
            </a:r>
            <a:r>
              <a:rPr sz="1600" b="1" i="0">
                <a:solidFill>
                  <a:srgbClr val="2E5E8C"/>
                </a:solidFill>
              </a:rPr>
              <a:t>34 </a:t>
            </a:r>
            <a:r>
              <a:rPr sz="2800" b="0" i="0">
                <a:solidFill>
                  <a:srgbClr val="222B36"/>
                </a:solidFill>
              </a:rPr>
              <a:t>And his lord was wroth, and delivered him to the tormentors, till he should pay all that was due unto him. </a:t>
            </a:r>
            <a:r>
              <a:rPr sz="1600" b="1" i="0">
                <a:solidFill>
                  <a:srgbClr val="2E5E8C"/>
                </a:solidFill>
              </a:rPr>
              <a:t>35 </a:t>
            </a:r>
            <a:r>
              <a:rPr sz="2800" b="0" i="0">
                <a:solidFill>
                  <a:srgbClr val="222B36"/>
                </a:solidFill>
              </a:rPr>
              <a:t>So likewise shall my heavenly Father do also unto you, if ye from your hearts forgive not every one his brother their trespasses.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Forgiveness does not keep count</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Forgiven People Forgive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Jesus told Peter to forgive not seven times, but seventy times seven.</a:t>
            </a:r>
          </a:p>
          <a:p>
            <a:pPr>
              <a:spcAft>
                <a:spcPts val="1800"/>
              </a:spcAft>
            </a:pPr>
            <a:r>
              <a:rPr sz="3000" b="1" i="0">
                <a:solidFill>
                  <a:srgbClr val="2E5E8C"/>
                </a:solidFill>
              </a:rPr>
              <a:t>•  </a:t>
            </a:r>
            <a:r>
              <a:rPr sz="3000" b="0" i="0">
                <a:solidFill>
                  <a:srgbClr val="222B36"/>
                </a:solidFill>
              </a:rPr>
              <a:t>Forgiveness that keeps count is waiting for the day it can stop.</a:t>
            </a:r>
          </a:p>
          <a:p>
            <a:pPr>
              <a:spcAft>
                <a:spcPts val="1000"/>
              </a:spcAft>
            </a:pPr>
            <a:r>
              <a:rPr sz="2000" b="0" i="1">
                <a:solidFill>
                  <a:srgbClr val="6B7280"/>
                </a:solidFill>
              </a:rPr>
              <a:t>Read: Matthew 18:21-22; Luke 17:3-4; Colossians 3:13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We have been forgiven a debt we could never pay</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Forgiven People Forgive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 servant owed a debt he could never repay.</a:t>
            </a:r>
          </a:p>
          <a:p>
            <a:pPr>
              <a:spcAft>
                <a:spcPts val="1800"/>
              </a:spcAft>
            </a:pPr>
            <a:r>
              <a:rPr sz="3000" b="1" i="0">
                <a:solidFill>
                  <a:srgbClr val="2E5E8C"/>
                </a:solidFill>
              </a:rPr>
              <a:t>•  </a:t>
            </a:r>
            <a:r>
              <a:rPr sz="3000" b="0" i="0">
                <a:solidFill>
                  <a:srgbClr val="222B36"/>
                </a:solidFill>
              </a:rPr>
              <a:t>The king forgave the whole debt because he was moved with compassion.</a:t>
            </a:r>
          </a:p>
          <a:p>
            <a:pPr>
              <a:spcAft>
                <a:spcPts val="1000"/>
              </a:spcAft>
            </a:pPr>
            <a:r>
              <a:rPr sz="2000" b="0" i="1">
                <a:solidFill>
                  <a:srgbClr val="6B7280"/>
                </a:solidFill>
              </a:rPr>
              <a:t>Read: Matthew 18:23-27; Psalm 103:10-12; Ephesians 1:7; Romans 5:8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Forgiven people forgive from the heart</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Forgiven People Forgive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We forgive others because God has first forgiven us.</a:t>
            </a:r>
          </a:p>
          <a:p>
            <a:pPr>
              <a:spcAft>
                <a:spcPts val="1800"/>
              </a:spcAft>
            </a:pPr>
            <a:r>
              <a:rPr sz="3000" b="1" i="0">
                <a:solidFill>
                  <a:srgbClr val="2E5E8C"/>
                </a:solidFill>
              </a:rPr>
              <a:t>•  </a:t>
            </a:r>
            <a:r>
              <a:rPr sz="3000" b="0" i="0">
                <a:solidFill>
                  <a:srgbClr val="222B36"/>
                </a:solidFill>
              </a:rPr>
              <a:t>Jesus asks us to forgive from the heart, not only in words.</a:t>
            </a:r>
          </a:p>
          <a:p>
            <a:pPr>
              <a:spcAft>
                <a:spcPts val="1000"/>
              </a:spcAft>
            </a:pPr>
            <a:r>
              <a:rPr sz="2000" b="0" i="1">
                <a:solidFill>
                  <a:srgbClr val="6B7280"/>
                </a:solidFill>
              </a:rPr>
              <a:t>Read: Matthew 18:28-35; Ephesians 4:32; Matthew 6:14-15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Forgiven People Forgive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Why do you think Peter offered the number seven? What does that tell us about how we usually think of forgiveness?</a:t>
            </a:r>
          </a:p>
          <a:p>
            <a:pPr>
              <a:spcAft>
                <a:spcPts val="1800"/>
              </a:spcAft>
            </a:pPr>
            <a:r>
              <a:rPr sz="2800" b="1" i="0">
                <a:solidFill>
                  <a:srgbClr val="2E5E8C"/>
                </a:solidFill>
              </a:rPr>
              <a:t>2.  </a:t>
            </a:r>
            <a:r>
              <a:rPr sz="2800" b="0" i="0">
                <a:solidFill>
                  <a:srgbClr val="222B36"/>
                </a:solidFill>
              </a:rPr>
              <a:t>Compare the two debts in the story. What is Jesus teaching by making the first one so huge?</a:t>
            </a:r>
          </a:p>
          <a:p>
            <a:pPr>
              <a:spcAft>
                <a:spcPts val="1800"/>
              </a:spcAft>
            </a:pPr>
            <a:r>
              <a:rPr sz="2800" b="1" i="0">
                <a:solidFill>
                  <a:srgbClr val="2E5E8C"/>
                </a:solidFill>
              </a:rPr>
              <a:t>3.  </a:t>
            </a:r>
            <a:r>
              <a:rPr sz="2800" b="0" i="0">
                <a:solidFill>
                  <a:srgbClr val="222B36"/>
                </a:solidFill>
              </a:rPr>
              <a:t>The servant was forgiven but did not become forgiving. How can a person receive mercy and stay unmerciful?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Forgiven People Forgive</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What is the difference between forgiving someone and trusting them again?</a:t>
            </a:r>
          </a:p>
          <a:p>
            <a:pPr>
              <a:spcAft>
                <a:spcPts val="1800"/>
              </a:spcAft>
            </a:pPr>
            <a:r>
              <a:rPr sz="2800" b="1" i="0">
                <a:solidFill>
                  <a:srgbClr val="2E5E8C"/>
                </a:solidFill>
              </a:rPr>
              <a:t>5.  </a:t>
            </a:r>
            <a:r>
              <a:rPr sz="2800" b="0" i="0">
                <a:solidFill>
                  <a:srgbClr val="222B36"/>
                </a:solidFill>
              </a:rPr>
              <a:t>What makes forgiving "from the heart" hard, and what helps?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