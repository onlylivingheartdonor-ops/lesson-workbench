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Baptism was not invented by the church. Jesus himself commanded it, as part of making disciples of all nations, in the name of the Father, the Son and the Holy Spirit. Christians of every tradition baptize because Jesus told us to, and they use these words.</a:t>
            </a:r>
          </a:p>
          <a:p/>
          <a:p>
            <a:r>
              <a:t>“Baptism consists in applying water to a person "in the name of the Father and of the Son and of the Holy Ghost," as Christ has commanded.” — Joseph Stump, An Explanation of Luther's Small Catechism, “What Baptism is”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Paul says that "so many of us as were baptized into Jesus Christ were baptized into his death" (Romans 6:3). Baptism is about union with Christ: belonging to him, sharing in what his death and resurrection accomplished, and being marked as his.</a:t>
            </a:r>
          </a:p>
          <a:p/>
          <a:p>
            <a:r>
              <a:t>“sealed with the seal of heaven, and as it were formally entered and articled, to all the benefits and all the obligations of Christian discipleship” — David Brown, Commentary Critical and Explanatory on the Whole Bible (Jamieson, Fausset and Brown), on Romans 6:3</a:t>
            </a:r>
          </a:p>
          <a:p/>
          <a:p>
            <a:r>
              <a:t>“To be baptized into Christ, is to receive the doctrine of Christ crucified” — Adam Clarke, Commentary on the Bible, on Romans 6:3</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Presbyterian and Reformed churches teach that baptism is a sacrament, a sign and seal of God's covenant of grace. In the Old Testament, God gave circumcision as the covenant sign to Abraham and his children (Genesis 17:7-12). In the New Testament, baptism takes its place (Colossians 2:11-12), and the promise is still "unto you, and to your children" (Acts 2:39). So believers are baptized, and so are their children; whole households were baptized when parents believed (Acts 16:15, 33). Sprinkling or pouring is usual. Baptism does not automatically make anyone a Christian: the grace it signifies is received by faith, and the baptized child is raised to trust Christ personally.</a:t>
            </a:r>
          </a:p>
          <a:p/>
          <a:p>
            <a:r>
              <a:t>“And so, too, the question respecting infant baptism is not so much whether a parent OUGHT to devote his children to God in this ordinance, as whether he MAY do it.” — Albert Barnes, Notes on the New Testament, on Mark 10:16</a:t>
            </a:r>
          </a:p>
          <a:p/>
          <a:p>
            <a:r>
              <a:t>“Infant baptism tacitly superseded infant circumcision” — Andrew Robert Fausset, Commentary Critical and Explanatory on the Whole Bible (Jamieson, Fausset and Brown), on 1 Corinthians 7:14</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40080" y="3246120"/>
            <a:ext cx="1463040" cy="73152"/>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463040"/>
            <a:ext cx="10881360" cy="1737360"/>
          </a:xfrm>
          <a:prstGeom prst="rect">
            <a:avLst/>
          </a:prstGeom>
          <a:noFill/>
        </p:spPr>
        <p:txBody>
          <a:bodyPr wrap="square">
            <a:spAutoFit/>
          </a:bodyPr>
          <a:lstStyle/>
          <a:p>
            <a:pPr>
              <a:spcAft>
                <a:spcPts val="1000"/>
              </a:spcAft>
            </a:pPr>
            <a:r>
              <a:rPr sz="4400" b="1" i="0">
                <a:solidFill>
                  <a:srgbClr val="222B36"/>
                </a:solidFill>
              </a:rPr>
              <a:t>Baptized into Christ</a:t>
            </a:r>
          </a:p>
        </p:txBody>
      </p:sp>
      <p:sp>
        <p:nvSpPr>
          <p:cNvPr id="4" name="TextBox 3"/>
          <p:cNvSpPr txBox="1"/>
          <p:nvPr/>
        </p:nvSpPr>
        <p:spPr>
          <a:xfrm>
            <a:off x="640080" y="3520440"/>
            <a:ext cx="10424160" cy="1463040"/>
          </a:xfrm>
          <a:prstGeom prst="rect">
            <a:avLst/>
          </a:prstGeom>
          <a:noFill/>
        </p:spPr>
        <p:txBody>
          <a:bodyPr wrap="square">
            <a:spAutoFit/>
          </a:bodyPr>
          <a:lstStyle/>
          <a:p>
            <a:pPr>
              <a:spcAft>
                <a:spcPts val="1000"/>
              </a:spcAft>
            </a:pPr>
            <a:r>
              <a:rPr sz="2400" b="0" i="1">
                <a:solidFill>
                  <a:srgbClr val="222B36"/>
                </a:solidFill>
              </a:rPr>
              <a:t>Jesus commanded baptism for his disciples; Presbyterian and Reformed churches receive it as the sign and seal of God's covenant of grace, given to believers and their children.</a:t>
            </a:r>
          </a:p>
        </p:txBody>
      </p:sp>
      <p:sp>
        <p:nvSpPr>
          <p:cNvPr id="5" name="TextBox 4"/>
          <p:cNvSpPr txBox="1"/>
          <p:nvPr/>
        </p:nvSpPr>
        <p:spPr>
          <a:xfrm>
            <a:off x="640080" y="5394960"/>
            <a:ext cx="10881360" cy="457200"/>
          </a:xfrm>
          <a:prstGeom prst="rect">
            <a:avLst/>
          </a:prstGeom>
          <a:noFill/>
        </p:spPr>
        <p:txBody>
          <a:bodyPr wrap="square">
            <a:spAutoFit/>
          </a:bodyPr>
          <a:lstStyle/>
          <a:p>
            <a:pPr>
              <a:spcAft>
                <a:spcPts val="1000"/>
              </a:spcAft>
            </a:pPr>
            <a:r>
              <a:rPr sz="1600" b="0" i="0">
                <a:solidFill>
                  <a:srgbClr val="6B7280"/>
                </a:solidFill>
              </a:rPr>
              <a:t>Matthew 28:18-20; Romans 6:3-4   ·   Presbyterian and Reformed version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Matthew 28:18-20</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Baptized into Christ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18 </a:t>
            </a:r>
            <a:r>
              <a:rPr sz="2800" b="0" i="0">
                <a:solidFill>
                  <a:srgbClr val="222B36"/>
                </a:solidFill>
              </a:rPr>
              <a:t>And Jesus came and spake unto them, saying, All power is given unto me in heaven and in earth. </a:t>
            </a:r>
            <a:r>
              <a:rPr sz="1600" b="1" i="0">
                <a:solidFill>
                  <a:srgbClr val="2E5E8C"/>
                </a:solidFill>
              </a:rPr>
              <a:t>19 </a:t>
            </a:r>
            <a:r>
              <a:rPr sz="2800" b="0" i="0">
                <a:solidFill>
                  <a:srgbClr val="222B36"/>
                </a:solidFill>
              </a:rPr>
              <a:t>Go ye therefore, and teach all nations, baptizing them in the name of the Father, and of the Son, and of the Holy Ghost: </a:t>
            </a:r>
            <a:r>
              <a:rPr sz="1600" b="1" i="0">
                <a:solidFill>
                  <a:srgbClr val="2E5E8C"/>
                </a:solidFill>
              </a:rPr>
              <a:t>20 </a:t>
            </a:r>
            <a:r>
              <a:rPr sz="2800" b="0" i="0">
                <a:solidFill>
                  <a:srgbClr val="222B36"/>
                </a:solidFill>
              </a:rPr>
              <a:t>Teaching them to observe all things whatsoever I have commanded you: and, lo, I am with you alway, even unto the end of the world. Amen.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Romans 6:3-4</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Baptized into Christ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3 </a:t>
            </a:r>
            <a:r>
              <a:rPr sz="2800" b="0" i="0">
                <a:solidFill>
                  <a:srgbClr val="222B36"/>
                </a:solidFill>
              </a:rPr>
              <a:t>Know ye not, that so many of us as were baptized into Jesus Christ were baptized into his death? </a:t>
            </a:r>
            <a:r>
              <a:rPr sz="1600" b="1" i="0">
                <a:solidFill>
                  <a:srgbClr val="2E5E8C"/>
                </a:solidFill>
              </a:rPr>
              <a:t>4 </a:t>
            </a:r>
            <a:r>
              <a:rPr sz="2800" b="0" i="0">
                <a:solidFill>
                  <a:srgbClr val="222B36"/>
                </a:solidFill>
              </a:rPr>
              <a:t>Therefore we are buried with him by baptism into death: that like as Christ was raised up from the dead by the glory of the Father, even so we also should walk in newness of life.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1. Commanded by Christ for his disciples</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Baptized into Christ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Baptize them in the name of the Father, and of the Son, and of the Holy Ghost (Spirit).</a:t>
            </a:r>
          </a:p>
          <a:p>
            <a:pPr>
              <a:spcAft>
                <a:spcPts val="1800"/>
              </a:spcAft>
            </a:pPr>
            <a:r>
              <a:rPr sz="3000" b="1" i="0">
                <a:solidFill>
                  <a:srgbClr val="2E5E8C"/>
                </a:solidFill>
              </a:rPr>
              <a:t>•  </a:t>
            </a:r>
            <a:r>
              <a:rPr sz="3000" b="0" i="0">
                <a:solidFill>
                  <a:srgbClr val="222B36"/>
                </a:solidFill>
              </a:rPr>
              <a:t>Christians baptize because Jesus commanded it.</a:t>
            </a:r>
          </a:p>
          <a:p>
            <a:pPr>
              <a:spcAft>
                <a:spcPts val="1000"/>
              </a:spcAft>
            </a:pPr>
            <a:r>
              <a:rPr sz="2000" b="0" i="1">
                <a:solidFill>
                  <a:srgbClr val="6B7280"/>
                </a:solidFill>
              </a:rPr>
              <a:t>Read: Matthew 28:18-20; Acts 2:41; Acts 8:12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2. Baptized into Christ's death and resurrection</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Baptized into Christ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So many of us as were baptized into Jesus Christ were baptized into his death.</a:t>
            </a:r>
          </a:p>
          <a:p>
            <a:pPr>
              <a:spcAft>
                <a:spcPts val="1800"/>
              </a:spcAft>
            </a:pPr>
            <a:r>
              <a:rPr sz="3000" b="1" i="0">
                <a:solidFill>
                  <a:srgbClr val="2E5E8C"/>
                </a:solidFill>
              </a:rPr>
              <a:t>•  </a:t>
            </a:r>
            <a:r>
              <a:rPr sz="3000" b="0" i="0">
                <a:solidFill>
                  <a:srgbClr val="222B36"/>
                </a:solidFill>
              </a:rPr>
              <a:t>Baptism speaks of our union with Christ.</a:t>
            </a:r>
          </a:p>
          <a:p>
            <a:pPr>
              <a:spcAft>
                <a:spcPts val="1000"/>
              </a:spcAft>
            </a:pPr>
            <a:r>
              <a:rPr sz="2000" b="0" i="1">
                <a:solidFill>
                  <a:srgbClr val="6B7280"/>
                </a:solidFill>
              </a:rPr>
              <a:t>Read: Romans 6:3-4; Galatians 3:27; Colossians 2:12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3. Baptism: the sign and seal of God's covenant</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Baptized into Christ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Baptism is a sign and seal of God's covenant.</a:t>
            </a:r>
          </a:p>
          <a:p>
            <a:pPr>
              <a:spcAft>
                <a:spcPts val="1800"/>
              </a:spcAft>
            </a:pPr>
            <a:r>
              <a:rPr sz="3000" b="1" i="0">
                <a:solidFill>
                  <a:srgbClr val="2E5E8C"/>
                </a:solidFill>
              </a:rPr>
              <a:t>•  </a:t>
            </a:r>
            <a:r>
              <a:rPr sz="3000" b="0" i="0">
                <a:solidFill>
                  <a:srgbClr val="222B36"/>
                </a:solidFill>
              </a:rPr>
              <a:t>The promise is unto you, and to your children.</a:t>
            </a:r>
          </a:p>
          <a:p>
            <a:pPr>
              <a:spcAft>
                <a:spcPts val="1000"/>
              </a:spcAft>
            </a:pPr>
            <a:r>
              <a:rPr sz="2000" b="0" i="1">
                <a:solidFill>
                  <a:srgbClr val="6B7280"/>
                </a:solidFill>
              </a:rPr>
              <a:t>Read: Genesis 17:7; Colossians 2:11-12; Acts 2:39; Acts 16:14-15; 1 Corinthians 7:14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Baptized into Christ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1.  </a:t>
            </a:r>
            <a:r>
              <a:rPr sz="2800" b="0" i="0">
                <a:solidFill>
                  <a:srgbClr val="222B36"/>
                </a:solidFill>
              </a:rPr>
              <a:t>What do all Christians agree about baptism, according to today's passages?</a:t>
            </a:r>
          </a:p>
          <a:p>
            <a:pPr>
              <a:spcAft>
                <a:spcPts val="1800"/>
              </a:spcAft>
            </a:pPr>
            <a:r>
              <a:rPr sz="2800" b="1" i="0">
                <a:solidFill>
                  <a:srgbClr val="2E5E8C"/>
                </a:solidFill>
              </a:rPr>
              <a:t>2.  </a:t>
            </a:r>
            <a:r>
              <a:rPr sz="2800" b="0" i="0">
                <a:solidFill>
                  <a:srgbClr val="222B36"/>
                </a:solidFill>
              </a:rPr>
              <a:t>Why do Reformed churches connect baptism with circumcision?</a:t>
            </a:r>
          </a:p>
          <a:p>
            <a:pPr>
              <a:spcAft>
                <a:spcPts val="1800"/>
              </a:spcAft>
            </a:pPr>
            <a:r>
              <a:rPr sz="2800" b="1" i="0">
                <a:solidFill>
                  <a:srgbClr val="2E5E8C"/>
                </a:solidFill>
              </a:rPr>
              <a:t>3.  </a:t>
            </a:r>
            <a:r>
              <a:rPr sz="2800" b="0" i="0">
                <a:solidFill>
                  <a:srgbClr val="222B36"/>
                </a:solidFill>
              </a:rPr>
              <a:t>What does Romans 6 say baptism should mean for the way we live this week?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 (continued)</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Baptized into Christ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4.  </a:t>
            </a:r>
            <a:r>
              <a:rPr sz="2800" b="0" i="0">
                <a:solidFill>
                  <a:srgbClr val="222B36"/>
                </a:solidFill>
              </a:rPr>
              <a:t>How can we hold our own convictions about baptism while showing love to Christians who practise it differently?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