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Paul does not say "rejoice in your circumstances" but "rejoice in the Lord." Circumstances change; the Lord does not. That is why the command can say "alway." Joy is not the same as feeling happy every moment. It is a settled gladness in who God is and what he has done, and it can live alongside tears.</a:t>
            </a:r>
          </a:p>
          <a:p/>
          <a:p>
            <a:r>
              <a:t>“It is the privilege of Christians to do this, not at certain periods and at distant intervals, but at all times they may rejoice that there is a God and Saviour” — Albert Barnes, Notes on the New Testament, on Philippians 4:4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careful for nothing" means "do not be anxious about anything." This is not a command to stop caring. Barnes notes that it does not forbid all care for worldly matters. It is an invitation to turn our worries into prayers, "with thanksgiving." The promise is God's peace guarding our hearts and minds. Verse 8 adds that what we think about matters too.</a:t>
            </a:r>
          </a:p>
          <a:p/>
          <a:p>
            <a:r>
              <a:t>“be not anxious or solicitous about the things of the present life.” — Albert Barnes, Notes on the New Testament, on Philippians 4:6</a:t>
            </a:r>
          </a:p>
          <a:p/>
          <a:p>
            <a:r>
              <a:t>“The peace here particularly referred to is that which is felt when we have no anxious care about the supply of our wants” — Albert Barnes, Notes on the New Testament, on Philippians 4:7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have learned ... to be content" (v. 11). Contentment does not come naturally; it is learned, often in hard school. Paul learned it in plenty and in hunger. Barnes notes that keeping the heart right in prosperity takes as much grace as in adversity, perhaps more. The secret is verse 13: Christ's strength is enough for every situation he brings us into.</a:t>
            </a:r>
          </a:p>
          <a:p/>
          <a:p>
            <a:r>
              <a:t>“It requires as much grace to keep the heart right in prosperity as it does in adversity, and perhaps more.” — Albert Barnes, Notes on the New Testament, on Philippians 4:12</a:t>
            </a:r>
          </a:p>
          <a:p/>
          <a:p>
            <a:r>
              <a:t>“it was a disposition which he had by grace; and he was enabled to do all by the power of an indwelling Christ.” — Adam Clarke, Commentary on the Bible, on Philippians 4:13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Rejoice in the Lord Always</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Christian joy and contentment do not depend on our circumstances but on the Lord, who is near, hears our prayers and gives strength for every situation.</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Philippians 4:4-13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Philippians 4:4-13 (1 of 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Rejoice in the Lord Always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4 </a:t>
            </a:r>
            <a:r>
              <a:rPr sz="2800" b="0" i="0">
                <a:solidFill>
                  <a:srgbClr val="222B36"/>
                </a:solidFill>
              </a:rPr>
              <a:t>Rejoice in the Lord alway: and again I say, Rejoice. </a:t>
            </a:r>
            <a:r>
              <a:rPr sz="1600" b="1" i="0">
                <a:solidFill>
                  <a:srgbClr val="2E5E8C"/>
                </a:solidFill>
              </a:rPr>
              <a:t>5 </a:t>
            </a:r>
            <a:r>
              <a:rPr sz="2800" b="0" i="0">
                <a:solidFill>
                  <a:srgbClr val="222B36"/>
                </a:solidFill>
              </a:rPr>
              <a:t>Let your moderation be known unto all men. The Lord is at hand. </a:t>
            </a:r>
            <a:r>
              <a:rPr sz="1600" b="1" i="0">
                <a:solidFill>
                  <a:srgbClr val="2E5E8C"/>
                </a:solidFill>
              </a:rPr>
              <a:t>6 </a:t>
            </a:r>
            <a:r>
              <a:rPr sz="2800" b="0" i="0">
                <a:solidFill>
                  <a:srgbClr val="222B36"/>
                </a:solidFill>
              </a:rPr>
              <a:t>Be careful for nothing; but in every thing by prayer and supplication with thanksgiving let your requests be made known unto God. </a:t>
            </a:r>
            <a:r>
              <a:rPr sz="1600" b="1" i="0">
                <a:solidFill>
                  <a:srgbClr val="2E5E8C"/>
                </a:solidFill>
              </a:rPr>
              <a:t>7 </a:t>
            </a:r>
            <a:r>
              <a:rPr sz="2800" b="0" i="0">
                <a:solidFill>
                  <a:srgbClr val="222B36"/>
                </a:solidFill>
              </a:rPr>
              <a:t>And the peace of God, which passeth all understanding, shall keep your hearts and minds through Christ Jesus.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Philippians 4:4-13 (2 of 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Rejoice in the Lord Always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8 </a:t>
            </a:r>
            <a:r>
              <a:rPr sz="2800" b="0" i="0">
                <a:solidFill>
                  <a:srgbClr val="222B36"/>
                </a:solidFill>
              </a:rPr>
              <a:t>Finally, brethren, whatsoever things are true, whatsoever things are honest, whatsoever things are just, whatsoever things are pure, whatsoever things are lovely, whatsoever things are of good report; if there be any virtue, and if there be any praise, think on these things. </a:t>
            </a:r>
            <a:r>
              <a:rPr sz="1600" b="1" i="0">
                <a:solidFill>
                  <a:srgbClr val="2E5E8C"/>
                </a:solidFill>
              </a:rPr>
              <a:t>9 </a:t>
            </a:r>
            <a:r>
              <a:rPr sz="2800" b="0" i="0">
                <a:solidFill>
                  <a:srgbClr val="222B36"/>
                </a:solidFill>
              </a:rPr>
              <a:t>Those things, which ye have both learned, and received, and heard, and seen in me, do: and the God of peace shall be with you.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Philippians 4:4-13 (3 of 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Rejoice in the Lord Always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10 </a:t>
            </a:r>
            <a:r>
              <a:rPr sz="2800" b="0" i="0">
                <a:solidFill>
                  <a:srgbClr val="222B36"/>
                </a:solidFill>
              </a:rPr>
              <a:t>But I rejoiced in the Lord greatly, that now at the last your care of me hath flourished again; wherein ye were also careful, but ye lacked opportunity. </a:t>
            </a:r>
            <a:r>
              <a:rPr sz="1600" b="1" i="0">
                <a:solidFill>
                  <a:srgbClr val="2E5E8C"/>
                </a:solidFill>
              </a:rPr>
              <a:t>11 </a:t>
            </a:r>
            <a:r>
              <a:rPr sz="2800" b="0" i="0">
                <a:solidFill>
                  <a:srgbClr val="222B36"/>
                </a:solidFill>
              </a:rPr>
              <a:t>Not that I speak in respect of want: for I have learned, in whatsoever state I am, therewith to be content.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Philippians 4:4-13 (4 of 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Rejoice in the Lord Always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12 </a:t>
            </a:r>
            <a:r>
              <a:rPr sz="2800" b="0" i="0">
                <a:solidFill>
                  <a:srgbClr val="222B36"/>
                </a:solidFill>
              </a:rPr>
              <a:t>I know both how to be abased, and I know how to abound: every where and in all things I am instructed both to be full and to be hungry, both to abound and to suffer need. </a:t>
            </a:r>
            <a:r>
              <a:rPr sz="1600" b="1" i="0">
                <a:solidFill>
                  <a:srgbClr val="2E5E8C"/>
                </a:solidFill>
              </a:rPr>
              <a:t>13 </a:t>
            </a:r>
            <a:r>
              <a:rPr sz="2800" b="0" i="0">
                <a:solidFill>
                  <a:srgbClr val="222B36"/>
                </a:solidFill>
              </a:rPr>
              <a:t>I can do all things through Christ which strengtheneth me.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Rejoice in the Lord, always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Rejoice in the Lord Always</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Rejoice in the Lord alway.</a:t>
            </a:r>
          </a:p>
          <a:p>
            <a:pPr>
              <a:spcAft>
                <a:spcPts val="1800"/>
              </a:spcAft>
            </a:pPr>
            <a:r>
              <a:rPr sz="3000" b="1" i="0">
                <a:solidFill>
                  <a:srgbClr val="2E5E8C"/>
                </a:solidFill>
              </a:rPr>
              <a:t>•  </a:t>
            </a:r>
            <a:r>
              <a:rPr sz="3000" b="0" i="0">
                <a:solidFill>
                  <a:srgbClr val="222B36"/>
                </a:solidFill>
              </a:rPr>
              <a:t>Our joy rests on who God is, not on our circumstances.</a:t>
            </a:r>
          </a:p>
          <a:p>
            <a:pPr>
              <a:spcAft>
                <a:spcPts val="1000"/>
              </a:spcAft>
            </a:pPr>
            <a:r>
              <a:rPr sz="2000" b="0" i="1">
                <a:solidFill>
                  <a:srgbClr val="6B7280"/>
                </a:solidFill>
              </a:rPr>
              <a:t>Read: Philippians 4:4-5; Nehemiah 8:10; Habakkuk 3:17-18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Pray instead of worrying</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Rejoice in the Lord Always</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Be careful for nothing; but in every thing by prayer and supplication.</a:t>
            </a:r>
          </a:p>
          <a:p>
            <a:pPr>
              <a:spcAft>
                <a:spcPts val="1800"/>
              </a:spcAft>
            </a:pPr>
            <a:r>
              <a:rPr sz="3000" b="1" i="0">
                <a:solidFill>
                  <a:srgbClr val="2E5E8C"/>
                </a:solidFill>
              </a:rPr>
              <a:t>•  </a:t>
            </a:r>
            <a:r>
              <a:rPr sz="3000" b="0" i="0">
                <a:solidFill>
                  <a:srgbClr val="222B36"/>
                </a:solidFill>
              </a:rPr>
              <a:t>The peace of God shall keep (guard) your hearts and minds.</a:t>
            </a:r>
          </a:p>
          <a:p>
            <a:pPr>
              <a:spcAft>
                <a:spcPts val="1000"/>
              </a:spcAft>
            </a:pPr>
            <a:r>
              <a:rPr sz="2000" b="0" i="1">
                <a:solidFill>
                  <a:srgbClr val="6B7280"/>
                </a:solidFill>
              </a:rPr>
              <a:t>Read: Philippians 4:6-9; 1 Peter 5:7; Matthew 6:31-34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Learn contentment through Christ's strength</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Rejoice in the Lord Always</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I have learned, in whatsoever state I am, therewith to be content.</a:t>
            </a:r>
          </a:p>
          <a:p>
            <a:pPr>
              <a:spcAft>
                <a:spcPts val="1800"/>
              </a:spcAft>
            </a:pPr>
            <a:r>
              <a:rPr sz="3000" b="1" i="0">
                <a:solidFill>
                  <a:srgbClr val="2E5E8C"/>
                </a:solidFill>
              </a:rPr>
              <a:t>•  </a:t>
            </a:r>
            <a:r>
              <a:rPr sz="3000" b="0" i="0">
                <a:solidFill>
                  <a:srgbClr val="222B36"/>
                </a:solidFill>
              </a:rPr>
              <a:t>I can do all things through Christ which strengtheneth me.</a:t>
            </a:r>
          </a:p>
          <a:p>
            <a:pPr>
              <a:spcAft>
                <a:spcPts val="1000"/>
              </a:spcAft>
            </a:pPr>
            <a:r>
              <a:rPr sz="2000" b="0" i="1">
                <a:solidFill>
                  <a:srgbClr val="6B7280"/>
                </a:solidFill>
              </a:rPr>
              <a:t>Read: Philippians 4:11-13; 1 Timothy 6:6-8; Hebrews 13:5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Rejoice in the Lord Always</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How is "rejoicing in the Lord" different from simply being happy?</a:t>
            </a:r>
          </a:p>
          <a:p>
            <a:pPr>
              <a:spcAft>
                <a:spcPts val="1800"/>
              </a:spcAft>
            </a:pPr>
            <a:r>
              <a:rPr sz="2800" b="1" i="0">
                <a:solidFill>
                  <a:srgbClr val="2E5E8C"/>
                </a:solidFill>
              </a:rPr>
              <a:t>2.  </a:t>
            </a:r>
            <a:r>
              <a:rPr sz="2800" b="0" i="0">
                <a:solidFill>
                  <a:srgbClr val="222B36"/>
                </a:solidFill>
              </a:rPr>
              <a:t>What is the difference between caring about something and being anxious about it?</a:t>
            </a:r>
          </a:p>
          <a:p>
            <a:pPr>
              <a:spcAft>
                <a:spcPts val="1800"/>
              </a:spcAft>
            </a:pPr>
            <a:r>
              <a:rPr sz="2800" b="1" i="0">
                <a:solidFill>
                  <a:srgbClr val="2E5E8C"/>
                </a:solidFill>
              </a:rPr>
              <a:t>3.  </a:t>
            </a:r>
            <a:r>
              <a:rPr sz="2800" b="0" i="0">
                <a:solidFill>
                  <a:srgbClr val="222B36"/>
                </a:solidFill>
              </a:rPr>
              <a:t>Why do you think Paul says contentment is "learned"?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Rejoice in the Lord Always</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Why might prosperity test our hearts as much as hardship does?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