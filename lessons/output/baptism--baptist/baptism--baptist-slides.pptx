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Baptism was not invented by the church. Jesus himself commanded it, as part of making disciples of all nations, in the name of the Father, the Son and the Holy Spirit. Christians of every tradition baptize because Jesus told us to, and they use these words.</a:t>
            </a:r>
          </a:p>
          <a:p/>
          <a:p>
            <a:r>
              <a:t>“Baptism consists in applying water to a person "in the name of the Father and of the Son and of the Holy Ghost," as Christ has commanded.” — Joseph Stump, An Explanation of Luther's Small Catechism, “What Baptism 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 says that "so many of us as were baptized into Jesus Christ were baptized into his death" (Romans 6:3). Baptism is about union with Christ: belonging to him, sharing in what his death and resurrection accomplished, and being marked as his.</a:t>
            </a:r>
          </a:p>
          <a:p/>
          <a:p>
            <a:r>
              <a:t>“sealed with the seal of heaven, and as it were formally entered and articled, to all the benefits and all the obligations of Christian discipleship” — David Brown, Commentary Critical and Explanatory on the Whole Bible (Jamieson, Fausset and Brown), on Romans 6:3</a:t>
            </a:r>
          </a:p>
          <a:p/>
          <a:p>
            <a:r>
              <a:t>“To be baptized into Christ, is to receive the doctrine of Christ crucified” — Adam Clarke, Commentary on the Bible, on Romans 6:3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New Testament, people heard the gospel, believed, and were baptized: "they that gladly received his word were baptized" (Acts 2:41), and the Ethiopian official went "down both into the water" with Philip after confessing his faith (Acts 8:36-38). Baptist churches therefore baptize those who personally repent and trust in Christ, and they baptize by immersion, which pictures being buried with Christ and raised to new life. Baptism does not save us; Christ does. Baptism is the believer's public "yes" to Jesus, an act of obedience and a confession before the church and the world. Children are dedicated, taught and prayed for, and baptized when they personally trust Christ.</a:t>
            </a:r>
          </a:p>
          <a:p/>
          <a:p>
            <a:r>
              <a:t>“The correct text in Mark 1: 10 is 'out of,' and does show that he had been in the water; and so in Acts 8: 39.” — John A. Broadus, Commentary on the Gospel of Matthew, on Matthew 3:16</a:t>
            </a:r>
          </a:p>
          <a:p/>
          <a:p>
            <a:r>
              <a:t>“It is altogether probable that the apostle in this place had allusion to the custom of baptizing by immersion.” — Albert Barnes, Notes on the New Testament, on Romans 6:4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Baptized into Christ</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Jesus commanded baptism for his disciples; it pictures our union with Christ in his death and resurrection, and Baptist churches baptize believers by immersion as their public confession of faith.</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Matthew 28:18-20; Romans 6:3-4   ·   Baptist version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28:18-20</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18 </a:t>
            </a:r>
            <a:r>
              <a:rPr sz="2800" b="0" i="0">
                <a:solidFill>
                  <a:srgbClr val="222B36"/>
                </a:solidFill>
              </a:rPr>
              <a:t>And Jesus came and spake unto them, saying, All power is given unto me in heaven and in earth. </a:t>
            </a:r>
            <a:r>
              <a:rPr sz="1600" b="1" i="0">
                <a:solidFill>
                  <a:srgbClr val="2E5E8C"/>
                </a:solidFill>
              </a:rPr>
              <a:t>19 </a:t>
            </a:r>
            <a:r>
              <a:rPr sz="2800" b="0" i="0">
                <a:solidFill>
                  <a:srgbClr val="222B36"/>
                </a:solidFill>
              </a:rPr>
              <a:t>Go ye therefore, and teach all nations, baptizing them in the name of the Father, and of the Son, and of the Holy Ghost: </a:t>
            </a:r>
            <a:r>
              <a:rPr sz="1600" b="1" i="0">
                <a:solidFill>
                  <a:srgbClr val="2E5E8C"/>
                </a:solidFill>
              </a:rPr>
              <a:t>20 </a:t>
            </a:r>
            <a:r>
              <a:rPr sz="2800" b="0" i="0">
                <a:solidFill>
                  <a:srgbClr val="222B36"/>
                </a:solidFill>
              </a:rPr>
              <a:t>Teaching them to observe all things whatsoever I have commanded you: and, lo, I am with you alway, even unto the end of the world. Amen.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Romans 6:3-4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3 </a:t>
            </a:r>
            <a:r>
              <a:rPr sz="2800" b="0" i="0">
                <a:solidFill>
                  <a:srgbClr val="222B36"/>
                </a:solidFill>
              </a:rPr>
              <a:t>Know ye not, that so many of us as were baptized into Jesus Christ were baptized into his death? </a:t>
            </a:r>
            <a:r>
              <a:rPr sz="1600" b="1" i="0">
                <a:solidFill>
                  <a:srgbClr val="2E5E8C"/>
                </a:solidFill>
              </a:rPr>
              <a:t>4 </a:t>
            </a:r>
            <a:r>
              <a:rPr sz="2800" b="0" i="0">
                <a:solidFill>
                  <a:srgbClr val="222B36"/>
                </a:solidFill>
              </a:rPr>
              <a:t>Therefore we are buried with him by baptism into death: that like as Christ was raised up from the dead by the glory of the Father, even so we also should walk in newness of life.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Commanded by Christ for his disciples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Baptize them in the name of the Father, and of the Son, and of the Holy Ghost (Spirit).</a:t>
            </a:r>
          </a:p>
          <a:p>
            <a:pPr>
              <a:spcAft>
                <a:spcPts val="1800"/>
              </a:spcAft>
            </a:pPr>
            <a:r>
              <a:rPr sz="3000" b="1" i="0">
                <a:solidFill>
                  <a:srgbClr val="2E5E8C"/>
                </a:solidFill>
              </a:rPr>
              <a:t>•  </a:t>
            </a:r>
            <a:r>
              <a:rPr sz="3000" b="0" i="0">
                <a:solidFill>
                  <a:srgbClr val="222B36"/>
                </a:solidFill>
              </a:rPr>
              <a:t>Christians baptize because Jesus commanded it.</a:t>
            </a:r>
          </a:p>
          <a:p>
            <a:pPr>
              <a:spcAft>
                <a:spcPts val="1000"/>
              </a:spcAft>
            </a:pPr>
            <a:r>
              <a:rPr sz="2000" b="0" i="1">
                <a:solidFill>
                  <a:srgbClr val="6B7280"/>
                </a:solidFill>
              </a:rPr>
              <a:t>Read: Matthew 28:18-20; Acts 2:41; Acts 8:12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Baptized into Christ's death and resurrection</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So many of us as were baptized into Jesus Christ were baptized into his death.</a:t>
            </a:r>
          </a:p>
          <a:p>
            <a:pPr>
              <a:spcAft>
                <a:spcPts val="1800"/>
              </a:spcAft>
            </a:pPr>
            <a:r>
              <a:rPr sz="3000" b="1" i="0">
                <a:solidFill>
                  <a:srgbClr val="2E5E8C"/>
                </a:solidFill>
              </a:rPr>
              <a:t>•  </a:t>
            </a:r>
            <a:r>
              <a:rPr sz="3000" b="0" i="0">
                <a:solidFill>
                  <a:srgbClr val="222B36"/>
                </a:solidFill>
              </a:rPr>
              <a:t>Baptism speaks of our union with Christ.</a:t>
            </a:r>
          </a:p>
          <a:p>
            <a:pPr>
              <a:spcAft>
                <a:spcPts val="1000"/>
              </a:spcAft>
            </a:pPr>
            <a:r>
              <a:rPr sz="2000" b="0" i="1">
                <a:solidFill>
                  <a:srgbClr val="6B7280"/>
                </a:solidFill>
              </a:rPr>
              <a:t>Read: Romans 6:3-4; Galatians 3:27; Colossians 2:12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Baptism follows faith</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Baptism follows personal faith in Christ.</a:t>
            </a:r>
          </a:p>
          <a:p>
            <a:pPr>
              <a:spcAft>
                <a:spcPts val="1800"/>
              </a:spcAft>
            </a:pPr>
            <a:r>
              <a:rPr sz="3000" b="1" i="0">
                <a:solidFill>
                  <a:srgbClr val="2E5E8C"/>
                </a:solidFill>
              </a:rPr>
              <a:t>•  </a:t>
            </a:r>
            <a:r>
              <a:rPr sz="3000" b="0" i="0">
                <a:solidFill>
                  <a:srgbClr val="222B36"/>
                </a:solidFill>
              </a:rPr>
              <a:t>Immersion pictures being buried and raised with Christ.</a:t>
            </a:r>
          </a:p>
          <a:p>
            <a:pPr>
              <a:spcAft>
                <a:spcPts val="1000"/>
              </a:spcAft>
            </a:pPr>
            <a:r>
              <a:rPr sz="2000" b="0" i="1">
                <a:solidFill>
                  <a:srgbClr val="6B7280"/>
                </a:solidFill>
              </a:rPr>
              <a:t>Read: Acts 2:41; Acts 8:36-38; Romans 6:4; Colossians 2:12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What do all Christians agree about baptism, according to today's passages?</a:t>
            </a:r>
          </a:p>
          <a:p>
            <a:pPr>
              <a:spcAft>
                <a:spcPts val="1800"/>
              </a:spcAft>
            </a:pPr>
            <a:r>
              <a:rPr sz="2800" b="1" i="0">
                <a:solidFill>
                  <a:srgbClr val="2E5E8C"/>
                </a:solidFill>
              </a:rPr>
              <a:t>2.  </a:t>
            </a:r>
            <a:r>
              <a:rPr sz="2800" b="0" i="0">
                <a:solidFill>
                  <a:srgbClr val="222B36"/>
                </a:solidFill>
              </a:rPr>
              <a:t>Why do Baptist churches wait until a person can personally profess faith before baptizing?</a:t>
            </a:r>
          </a:p>
          <a:p>
            <a:pPr>
              <a:spcAft>
                <a:spcPts val="1800"/>
              </a:spcAft>
            </a:pPr>
            <a:r>
              <a:rPr sz="2800" b="1" i="0">
                <a:solidFill>
                  <a:srgbClr val="2E5E8C"/>
                </a:solidFill>
              </a:rPr>
              <a:t>3.  </a:t>
            </a:r>
            <a:r>
              <a:rPr sz="2800" b="0" i="0">
                <a:solidFill>
                  <a:srgbClr val="222B36"/>
                </a:solidFill>
              </a:rPr>
              <a:t>What does Romans 6 say baptism should mean for the way we live this week?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can we hold our own convictions about baptism while showing love to Christians who practise it differently?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