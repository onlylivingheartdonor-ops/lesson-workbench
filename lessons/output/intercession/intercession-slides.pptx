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Intercession begins with God. He told Abraham what he was about to do, and Abraham "stood yet before the LORD" (v. 22). Prayer for others grows out of knowing God and hearing his word. When we read Scripture and see the world through his eyes, we are moved to pray.</a:t>
            </a:r>
          </a:p>
          <a:p/>
          <a:p>
            <a:r>
              <a:t>“Communion with God is kept up by the word and by prayer. In the word God speaks to us; in prayer we speak to him.” — Matthew Henry, Commentary on the Whole Bible, on Genesis 18:23-33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Abraham did not appeal to his own goodness. He appealed to God's: "Shall not the Judge of all the earth do right?" (v. 25). He was confident that God would not treat the righteous like the wicked. The best intercession reminds God of who he is: just, merciful and faithful to his promises.</a:t>
            </a:r>
          </a:p>
          <a:p/>
          <a:p>
            <a:r>
              <a:t>“God alone is the Judge of all men.” — Adam Clarke, Commentary on the Bible, on Genesis 18:25</a:t>
            </a:r>
          </a:p>
          <a:p/>
          <a:p>
            <a:r>
              <a:t>“an invariable principle of justice, that the righteous shall not be punished for the crimes of the impious” — Adam Clarke, Commentary on the Bible, on Genesis 18:23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Abraham asked again and again: fifty, forty-five, forty, thirty, twenty, ten. He was bold enough to keep asking, and humble enough to say, "I ... am but dust and ashes" (v. 27). God never grew impatient; he agreed each time. Abraham cared about people who were far from God, and he did not give up.</a:t>
            </a:r>
          </a:p>
          <a:p/>
          <a:p>
            <a:r>
              <a:t>“showing in an unmistakable manner the efficacy of prayer and intercession” — Robert Jamieson, Commentary Critical and Explanatory on the Whole Bible (Jamieson, Fausset and Brown), on Genesis 18:23</a:t>
            </a:r>
          </a:p>
          <a:p/>
          <a:p>
            <a:r>
              <a:t>“Though sin is to be hated, sinners are to be pitied and prayed for.” — Matthew Henry, Commentary on the Whole Bible, on Genesis 18:23-33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Standing in the Gap</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Like Abraham, we are invited to pray boldly and humbly for others, appealing to God's justice and mercy, because God delights to hear the prayers of his friends.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Genesis 18:20-33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Genesis 18:20-33 (1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20 </a:t>
            </a:r>
            <a:r>
              <a:rPr sz="2800" b="0" i="0">
                <a:solidFill>
                  <a:srgbClr val="222B36"/>
                </a:solidFill>
              </a:rPr>
              <a:t>And the LORD said, Because the cry of Sodom and Gomorrah is great, and because their sin is very grievous; </a:t>
            </a:r>
            <a:r>
              <a:rPr sz="1600" b="1" i="0">
                <a:solidFill>
                  <a:srgbClr val="2E5E8C"/>
                </a:solidFill>
              </a:rPr>
              <a:t>21 </a:t>
            </a:r>
            <a:r>
              <a:rPr sz="2800" b="0" i="0">
                <a:solidFill>
                  <a:srgbClr val="222B36"/>
                </a:solidFill>
              </a:rPr>
              <a:t>I will go down now, and see whether they have done altogether according to the cry of it, which is come unto me; and if not, I will know. </a:t>
            </a:r>
            <a:r>
              <a:rPr sz="1600" b="1" i="0">
                <a:solidFill>
                  <a:srgbClr val="2E5E8C"/>
                </a:solidFill>
              </a:rPr>
              <a:t>22 </a:t>
            </a:r>
            <a:r>
              <a:rPr sz="2800" b="0" i="0">
                <a:solidFill>
                  <a:srgbClr val="222B36"/>
                </a:solidFill>
              </a:rPr>
              <a:t>And the men turned their faces from thence, and went toward Sodom: but Abraham stood yet before the LORD.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Genesis 18:20-33 (2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23 </a:t>
            </a:r>
            <a:r>
              <a:rPr sz="2800" b="0" i="0">
                <a:solidFill>
                  <a:srgbClr val="222B36"/>
                </a:solidFill>
              </a:rPr>
              <a:t>And Abraham drew near, and said, Wilt thou also destroy the righteous with the wicked? </a:t>
            </a:r>
            <a:r>
              <a:rPr sz="1600" b="1" i="0">
                <a:solidFill>
                  <a:srgbClr val="2E5E8C"/>
                </a:solidFill>
              </a:rPr>
              <a:t>24 </a:t>
            </a:r>
            <a:r>
              <a:rPr sz="2800" b="0" i="0">
                <a:solidFill>
                  <a:srgbClr val="222B36"/>
                </a:solidFill>
              </a:rPr>
              <a:t>Peradventure there be fifty righteous within the city: wilt thou also destroy and not spare the place for the fifty righteous that are therein?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Genesis 18:20-33 (3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25 </a:t>
            </a:r>
            <a:r>
              <a:rPr sz="2800" b="0" i="0">
                <a:solidFill>
                  <a:srgbClr val="222B36"/>
                </a:solidFill>
              </a:rPr>
              <a:t>That be far from thee to do after this manner, to slay the righteous with the wicked: and that the righteous should be as the wicked, that be far from thee: Shall not the Judge of all the earth do right? </a:t>
            </a:r>
            <a:r>
              <a:rPr sz="1600" b="1" i="0">
                <a:solidFill>
                  <a:srgbClr val="2E5E8C"/>
                </a:solidFill>
              </a:rPr>
              <a:t>26 </a:t>
            </a:r>
            <a:r>
              <a:rPr sz="2800" b="0" i="0">
                <a:solidFill>
                  <a:srgbClr val="222B36"/>
                </a:solidFill>
              </a:rPr>
              <a:t>And the LORD said, If I find in Sodom fifty righteous within the city, then I will spare all the place for their sakes.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Genesis 18:20-33 (4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27 </a:t>
            </a:r>
            <a:r>
              <a:rPr sz="2800" b="0" i="0">
                <a:solidFill>
                  <a:srgbClr val="222B36"/>
                </a:solidFill>
              </a:rPr>
              <a:t>And Abraham answered and said, Behold now, I have taken upon me to speak unto the Lord, which am but dust and ashes: </a:t>
            </a:r>
            <a:r>
              <a:rPr sz="1600" b="1" i="0">
                <a:solidFill>
                  <a:srgbClr val="2E5E8C"/>
                </a:solidFill>
              </a:rPr>
              <a:t>28 </a:t>
            </a:r>
            <a:r>
              <a:rPr sz="2800" b="0" i="0">
                <a:solidFill>
                  <a:srgbClr val="222B36"/>
                </a:solidFill>
              </a:rPr>
              <a:t>Peradventure there shall lack five of the fifty righteous: wilt thou destroy all the city for lack of five? And he said, If I find there forty and five, I will not destroy it.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Genesis 18:20-33 (5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29 </a:t>
            </a:r>
            <a:r>
              <a:rPr sz="2800" b="0" i="0">
                <a:solidFill>
                  <a:srgbClr val="222B36"/>
                </a:solidFill>
              </a:rPr>
              <a:t>And he spake unto him yet again, and said, Peradventure there shall be forty found there. And he said, I will not do it for forty’s sake. </a:t>
            </a:r>
            <a:r>
              <a:rPr sz="1600" b="1" i="0">
                <a:solidFill>
                  <a:srgbClr val="2E5E8C"/>
                </a:solidFill>
              </a:rPr>
              <a:t>30 </a:t>
            </a:r>
            <a:r>
              <a:rPr sz="2800" b="0" i="0">
                <a:solidFill>
                  <a:srgbClr val="222B36"/>
                </a:solidFill>
              </a:rPr>
              <a:t>And he said unto him, Oh let not the Lord be angry, and I will speak: Peradventure there shall thirty be found there. And he said, I will not do it, if I find thirty there.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Genesis 18:20-33 (6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31 </a:t>
            </a:r>
            <a:r>
              <a:rPr sz="2800" b="0" i="0">
                <a:solidFill>
                  <a:srgbClr val="222B36"/>
                </a:solidFill>
              </a:rPr>
              <a:t>And he said, Behold now, I have taken upon me to speak unto the Lord: Peradventure there shall be twenty found there. And he said, I will not destroy it for twenty’s sake. </a:t>
            </a:r>
            <a:r>
              <a:rPr sz="1600" b="1" i="0">
                <a:solidFill>
                  <a:srgbClr val="2E5E8C"/>
                </a:solidFill>
              </a:rPr>
              <a:t>32 </a:t>
            </a:r>
            <a:r>
              <a:rPr sz="2800" b="0" i="0">
                <a:solidFill>
                  <a:srgbClr val="222B36"/>
                </a:solidFill>
              </a:rPr>
              <a:t>And he said, Oh let not the Lord be angry, and I will speak yet but this once: Peradventure ten shall be found there. And he said, I will not destroy it for ten’s sake. </a:t>
            </a:r>
            <a:r>
              <a:rPr sz="1600" b="1" i="0">
                <a:solidFill>
                  <a:srgbClr val="2E5E8C"/>
                </a:solidFill>
              </a:rPr>
              <a:t>33 </a:t>
            </a:r>
            <a:r>
              <a:rPr sz="2800" b="0" i="0">
                <a:solidFill>
                  <a:srgbClr val="222B36"/>
                </a:solidFill>
              </a:rPr>
              <a:t>And the LORD went his way, as soon as he had left communing with Abraham: and Abraham returned unto his place.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God shares his heart with his friends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Abraham stood yet before the LORD.</a:t>
            </a:r>
          </a:p>
          <a:p>
            <a:pPr>
              <a:spcAft>
                <a:spcPts val="1800"/>
              </a:spcAft>
            </a:pPr>
            <a:r>
              <a:rPr sz="3000" b="1" i="0">
                <a:solidFill>
                  <a:srgbClr val="2E5E8C"/>
                </a:solidFill>
              </a:rPr>
              <a:t>•  </a:t>
            </a:r>
            <a:r>
              <a:rPr sz="3000" b="0" i="0">
                <a:solidFill>
                  <a:srgbClr val="222B36"/>
                </a:solidFill>
              </a:rPr>
              <a:t>Prayer for others grows out of knowing God.</a:t>
            </a:r>
          </a:p>
          <a:p>
            <a:pPr>
              <a:spcAft>
                <a:spcPts val="1000"/>
              </a:spcAft>
            </a:pPr>
            <a:r>
              <a:rPr sz="2000" b="0" i="1">
                <a:solidFill>
                  <a:srgbClr val="6B7280"/>
                </a:solidFill>
              </a:rPr>
              <a:t>Read: Genesis 18:17-22; John 15:15; Amos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Pray on the basis of God's character</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Shall not the Judge of all the earth do right?</a:t>
            </a:r>
          </a:p>
          <a:p>
            <a:pPr>
              <a:spcAft>
                <a:spcPts val="1800"/>
              </a:spcAft>
            </a:pPr>
            <a:r>
              <a:rPr sz="3000" b="1" i="0">
                <a:solidFill>
                  <a:srgbClr val="2E5E8C"/>
                </a:solidFill>
              </a:rPr>
              <a:t>•  </a:t>
            </a:r>
            <a:r>
              <a:rPr sz="3000" b="0" i="0">
                <a:solidFill>
                  <a:srgbClr val="222B36"/>
                </a:solidFill>
              </a:rPr>
              <a:t>Good intercession appeals to God's character.</a:t>
            </a:r>
          </a:p>
          <a:p>
            <a:pPr>
              <a:spcAft>
                <a:spcPts val="1000"/>
              </a:spcAft>
            </a:pPr>
            <a:r>
              <a:rPr sz="2000" b="0" i="1">
                <a:solidFill>
                  <a:srgbClr val="6B7280"/>
                </a:solidFill>
              </a:rPr>
              <a:t>Read: Genesis 18:23-25; Exodus 32:11-14; Psalm 145:8-9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Bold, humble and persistent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I have taken upon me to speak unto the Lord, which am but dust and ashes.</a:t>
            </a:r>
          </a:p>
          <a:p>
            <a:pPr>
              <a:spcAft>
                <a:spcPts val="1800"/>
              </a:spcAft>
            </a:pPr>
            <a:r>
              <a:rPr sz="3000" b="1" i="0">
                <a:solidFill>
                  <a:srgbClr val="2E5E8C"/>
                </a:solidFill>
              </a:rPr>
              <a:t>•  </a:t>
            </a:r>
            <a:r>
              <a:rPr sz="3000" b="0" i="0">
                <a:solidFill>
                  <a:srgbClr val="222B36"/>
                </a:solidFill>
              </a:rPr>
              <a:t>Sin is to be hated, but sinners are to be pitied and prayed for.</a:t>
            </a:r>
          </a:p>
          <a:p>
            <a:pPr>
              <a:spcAft>
                <a:spcPts val="1000"/>
              </a:spcAft>
            </a:pPr>
            <a:r>
              <a:rPr sz="2000" b="0" i="1">
                <a:solidFill>
                  <a:srgbClr val="6B7280"/>
                </a:solidFill>
              </a:rPr>
              <a:t>Read: Genesis 18:26-33; Luke 18:1; 1 Timothy 2:1-4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God told Abraham about his plans for Sodom?</a:t>
            </a:r>
          </a:p>
          <a:p>
            <a:pPr>
              <a:spcAft>
                <a:spcPts val="1800"/>
              </a:spcAft>
            </a:pPr>
            <a:r>
              <a:rPr sz="2800" b="1" i="0">
                <a:solidFill>
                  <a:srgbClr val="2E5E8C"/>
                </a:solidFill>
              </a:rPr>
              <a:t>2.  </a:t>
            </a:r>
            <a:r>
              <a:rPr sz="2800" b="0" i="0">
                <a:solidFill>
                  <a:srgbClr val="222B36"/>
                </a:solidFill>
              </a:rPr>
              <a:t>What do we learn from the way Abraham argued with God?</a:t>
            </a:r>
          </a:p>
          <a:p>
            <a:pPr>
              <a:spcAft>
                <a:spcPts val="1800"/>
              </a:spcAft>
            </a:pPr>
            <a:r>
              <a:rPr sz="2800" b="1" i="0">
                <a:solidFill>
                  <a:srgbClr val="2E5E8C"/>
                </a:solidFill>
              </a:rPr>
              <a:t>3.  </a:t>
            </a:r>
            <a:r>
              <a:rPr sz="2800" b="0" i="0">
                <a:solidFill>
                  <a:srgbClr val="222B36"/>
                </a:solidFill>
              </a:rPr>
              <a:t>Abraham prayed for a wicked city. How does that challenge whom we pray for?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Standing in the Gap</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was Abraham's prayer answered, even though Sodom was destroyed?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