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begins with a test: "no man can say that Jesus is the Lord, but by the Holy Ghost" (v. 3). The Spirit's first and greatest work is to bring people to honour Jesus. Any claimed spiritual experience that does not exalt Christ is not from the Holy Spirit.</a:t>
            </a:r>
          </a:p>
          <a:p/>
          <a:p>
            <a:r>
              <a:t>“The design of the passage is to give them some simple general guide by which they could at once recognize the operations of the Spirit of God” — Albert Barnes, Notes on the New Testament, on 1 Corinthians 12:3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diversities of gifts, but the same Spirit" (v. 4). Every believer is given some "manifestation of the Spirit ... to profit withal," that is, for the common good (v. 7). Gifts are not trophies to display but tools to serve others. No one has every gift, and no one has none.</a:t>
            </a:r>
          </a:p>
          <a:p/>
          <a:p>
            <a:r>
              <a:t>“Whatever gifts God has bestowed, or in what various ways soever the Spirit of God may have manifested himself, it is all for the common benefit of the Church.” — Adam Clarke, Commentary on the Bible, on 1 Corinthians 12:7</a:t>
            </a:r>
          </a:p>
          <a:p/>
          <a:p>
            <a:r>
              <a:t>“Gifts and graces, charismata and charis, greatly differ.” — Matthew Henry, Commentary on the Whole Bible, on 1 Corinthians 12:1-11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Wesleyans emphasize above all the Spirit's work of making believers holy and filling their hearts with love for God and neighbour (Galatians 5:22-23). Paul tells the church to "covet earnestly the best gifts" (12:31) and to "desire spiritual gifts" (14:1), especially those that build up the church. John Wesley believed the extraordinary gifts had become rare mainly because the church had grown cold and formal, not because God had withdrawn them, and he did not rule them out. Methodists today hold a range of views: many expect the Spirit to work mostly through ordinary gifts of service, while a charismatic stream welcomes the extraordinary gifts. All agree that gifts without love are nothing.</a:t>
            </a:r>
          </a:p>
          <a:p/>
          <a:p>
            <a:r>
              <a:t>“We should earnestly desire spiritual gifts” — Adam Clarke, Commentary on the Bible, on 1 Corinthians 14:1</a:t>
            </a:r>
          </a:p>
          <a:p/>
          <a:p>
            <a:r>
              <a:t>“seek that ye may get those by which ye may excel in edifying the Church.” — Adam Clarke, Commentary on the Bible, on 1 Corinthians 14:12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Gifts of the Spirit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The one Spirit gives every believer gifts for the common good; Wesleyans emphasize the Spirit's work of holy love, and are open to the extraordinary gifts while valuing the fruit of the Spirit above them.</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1 Corinthians 12:1-11   ·   Methodist and Wesleyan 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Now concerning spiritual gifts, brethren, I would not have you ignorant. </a:t>
            </a:r>
            <a:r>
              <a:rPr sz="1600" b="1" i="0">
                <a:solidFill>
                  <a:srgbClr val="2E5E8C"/>
                </a:solidFill>
              </a:rPr>
              <a:t>2 </a:t>
            </a:r>
            <a:r>
              <a:rPr sz="2800" b="0" i="0">
                <a:solidFill>
                  <a:srgbClr val="222B36"/>
                </a:solidFill>
              </a:rPr>
              <a:t>Ye know that ye were Gentiles, carried away unto these dumb idols, even as ye were led. </a:t>
            </a:r>
            <a:r>
              <a:rPr sz="1600" b="1" i="0">
                <a:solidFill>
                  <a:srgbClr val="2E5E8C"/>
                </a:solidFill>
              </a:rPr>
              <a:t>3 </a:t>
            </a:r>
            <a:r>
              <a:rPr sz="2800" b="0" i="0">
                <a:solidFill>
                  <a:srgbClr val="222B36"/>
                </a:solidFill>
              </a:rPr>
              <a:t>Wherefore I give you to understand, that no man speaking by the Spirit of God calleth Jesus accursed: and that no man can say that Jesus is the Lord, but by the Holy Ghost.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 </a:t>
            </a:r>
            <a:r>
              <a:rPr sz="2800" b="0" i="0">
                <a:solidFill>
                  <a:srgbClr val="222B36"/>
                </a:solidFill>
              </a:rPr>
              <a:t>Now there are diversities of gifts, but the same Spirit. </a:t>
            </a:r>
            <a:r>
              <a:rPr sz="1600" b="1" i="0">
                <a:solidFill>
                  <a:srgbClr val="2E5E8C"/>
                </a:solidFill>
              </a:rPr>
              <a:t>5 </a:t>
            </a:r>
            <a:r>
              <a:rPr sz="2800" b="0" i="0">
                <a:solidFill>
                  <a:srgbClr val="222B36"/>
                </a:solidFill>
              </a:rPr>
              <a:t>And there are differences of administrations, but the same Lord. </a:t>
            </a:r>
            <a:r>
              <a:rPr sz="1600" b="1" i="0">
                <a:solidFill>
                  <a:srgbClr val="2E5E8C"/>
                </a:solidFill>
              </a:rPr>
              <a:t>6 </a:t>
            </a:r>
            <a:r>
              <a:rPr sz="2800" b="0" i="0">
                <a:solidFill>
                  <a:srgbClr val="222B36"/>
                </a:solidFill>
              </a:rPr>
              <a:t>And there are diversities of operations, but it is the same God which worketh all in all. </a:t>
            </a:r>
            <a:r>
              <a:rPr sz="1600" b="1" i="0">
                <a:solidFill>
                  <a:srgbClr val="2E5E8C"/>
                </a:solidFill>
              </a:rPr>
              <a:t>7 </a:t>
            </a:r>
            <a:r>
              <a:rPr sz="2800" b="0" i="0">
                <a:solidFill>
                  <a:srgbClr val="222B36"/>
                </a:solidFill>
              </a:rPr>
              <a:t>But the manifestation of the Spirit is given to every man to profit withal.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For to one is given by the Spirit the word of wisdom; to another the word of knowledge by the same Spirit; </a:t>
            </a:r>
            <a:r>
              <a:rPr sz="1600" b="1" i="0">
                <a:solidFill>
                  <a:srgbClr val="2E5E8C"/>
                </a:solidFill>
              </a:rPr>
              <a:t>9 </a:t>
            </a:r>
            <a:r>
              <a:rPr sz="2800" b="0" i="0">
                <a:solidFill>
                  <a:srgbClr val="222B36"/>
                </a:solidFill>
              </a:rPr>
              <a:t>To another faith by the same Spirit; to another the gifts of healing by the same Spirit; </a:t>
            </a:r>
            <a:r>
              <a:rPr sz="1600" b="1" i="0">
                <a:solidFill>
                  <a:srgbClr val="2E5E8C"/>
                </a:solidFill>
              </a:rPr>
              <a:t>10 </a:t>
            </a:r>
            <a:r>
              <a:rPr sz="2800" b="0" i="0">
                <a:solidFill>
                  <a:srgbClr val="222B36"/>
                </a:solidFill>
              </a:rPr>
              <a:t>To another the working of miracles; to another prophecy; to another discerning of spirits; to another divers kinds of tongues; to another the interpretation of tongues: </a:t>
            </a:r>
            <a:r>
              <a:rPr sz="1600" b="1" i="0">
                <a:solidFill>
                  <a:srgbClr val="2E5E8C"/>
                </a:solidFill>
              </a:rPr>
              <a:t>11 </a:t>
            </a:r>
            <a:r>
              <a:rPr sz="2800" b="0" i="0">
                <a:solidFill>
                  <a:srgbClr val="222B36"/>
                </a:solidFill>
              </a:rPr>
              <a:t>But all these worketh that one and the selfsame Spirit, dividing to every man severally as he will.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The Spirit leads us to confess Jesus as Lord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No man can say that Jesus is the Lord, but by the Holy Ghost (Spirit).</a:t>
            </a:r>
          </a:p>
          <a:p>
            <a:pPr>
              <a:spcAft>
                <a:spcPts val="1800"/>
              </a:spcAft>
            </a:pPr>
            <a:r>
              <a:rPr sz="3000" b="1" i="0">
                <a:solidFill>
                  <a:srgbClr val="2E5E8C"/>
                </a:solidFill>
              </a:rPr>
              <a:t>•  </a:t>
            </a:r>
            <a:r>
              <a:rPr sz="3000" b="0" i="0">
                <a:solidFill>
                  <a:srgbClr val="222B36"/>
                </a:solidFill>
              </a:rPr>
              <a:t>The Spirit's first work is to honour (glorify) Jesus.</a:t>
            </a:r>
          </a:p>
          <a:p>
            <a:pPr>
              <a:spcAft>
                <a:spcPts val="1000"/>
              </a:spcAft>
            </a:pPr>
            <a:r>
              <a:rPr sz="2000" b="0" i="1">
                <a:solidFill>
                  <a:srgbClr val="6B7280"/>
                </a:solidFill>
              </a:rPr>
              <a:t>Read: 1 Corinthians 12:1-3; John 16:13-14; 1 John 4:1-3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One Spirit, many gifts, for the common good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There are diversities of gifts, but the same Spirit.</a:t>
            </a:r>
          </a:p>
          <a:p>
            <a:pPr>
              <a:spcAft>
                <a:spcPts val="1800"/>
              </a:spcAft>
            </a:pPr>
            <a:r>
              <a:rPr sz="3000" b="1" i="0">
                <a:solidFill>
                  <a:srgbClr val="2E5E8C"/>
                </a:solidFill>
              </a:rPr>
              <a:t>•  </a:t>
            </a:r>
            <a:r>
              <a:rPr sz="3000" b="0" i="0">
                <a:solidFill>
                  <a:srgbClr val="222B36"/>
                </a:solidFill>
              </a:rPr>
              <a:t>Gifts are given for the common good.</a:t>
            </a:r>
          </a:p>
          <a:p>
            <a:pPr>
              <a:spcAft>
                <a:spcPts val="1000"/>
              </a:spcAft>
            </a:pPr>
            <a:r>
              <a:rPr sz="2000" b="0" i="1">
                <a:solidFill>
                  <a:srgbClr val="6B7280"/>
                </a:solidFill>
              </a:rPr>
              <a:t>Read: 1 Corinthians 12:4-7; Romans 12:4-8; 1 Peter 4:10-11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Seek the gifts that build up, and the love that matters most</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Covet earnestly the best gifts.</a:t>
            </a:r>
          </a:p>
          <a:p>
            <a:pPr>
              <a:spcAft>
                <a:spcPts val="1800"/>
              </a:spcAft>
            </a:pPr>
            <a:r>
              <a:rPr sz="3000" b="1" i="0">
                <a:solidFill>
                  <a:srgbClr val="2E5E8C"/>
                </a:solidFill>
              </a:rPr>
              <a:t>•  </a:t>
            </a:r>
            <a:r>
              <a:rPr sz="3000" b="0" i="0">
                <a:solidFill>
                  <a:srgbClr val="222B36"/>
                </a:solidFill>
              </a:rPr>
              <a:t>The Spirit's greatest work is filling us with holy love.</a:t>
            </a:r>
          </a:p>
          <a:p>
            <a:pPr>
              <a:spcAft>
                <a:spcPts val="1000"/>
              </a:spcAft>
            </a:pPr>
            <a:r>
              <a:rPr sz="2000" b="0" i="1">
                <a:solidFill>
                  <a:srgbClr val="6B7280"/>
                </a:solidFill>
              </a:rPr>
              <a:t>Read: 1 Corinthians 12:31; 1 Corinthians 14:1; 1 Corinthians 14:12; Galatians 5:22-23; Acts 2:17-18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 all Christians agree about spiritual gifts, according to this passage?</a:t>
            </a:r>
          </a:p>
          <a:p>
            <a:pPr>
              <a:spcAft>
                <a:spcPts val="1800"/>
              </a:spcAft>
            </a:pPr>
            <a:r>
              <a:rPr sz="2800" b="1" i="0">
                <a:solidFill>
                  <a:srgbClr val="2E5E8C"/>
                </a:solidFill>
              </a:rPr>
              <a:t>2.  </a:t>
            </a:r>
            <a:r>
              <a:rPr sz="2800" b="0" i="0">
                <a:solidFill>
                  <a:srgbClr val="222B36"/>
                </a:solidFill>
              </a:rPr>
              <a:t>Why do Wesleyans put the fruit of the Spirit (love, joy, peace ...) ahead of the extraordinary gifts?</a:t>
            </a:r>
          </a:p>
          <a:p>
            <a:pPr>
              <a:spcAft>
                <a:spcPts val="1800"/>
              </a:spcAft>
            </a:pPr>
            <a:r>
              <a:rPr sz="2800" b="1" i="0">
                <a:solidFill>
                  <a:srgbClr val="2E5E8C"/>
                </a:solidFill>
              </a:rPr>
              <a:t>3.  </a:t>
            </a:r>
            <a:r>
              <a:rPr sz="2800" b="0" i="0">
                <a:solidFill>
                  <a:srgbClr val="222B36"/>
                </a:solidFill>
              </a:rPr>
              <a:t>What gifts has God given you, and how could you use one this week to serve others?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can we hold our own convictions about the gifts while loving believers who see this differently?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